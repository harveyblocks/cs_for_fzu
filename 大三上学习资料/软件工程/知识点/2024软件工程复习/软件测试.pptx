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4" r:id="rId3"/>
  </p:sldMasterIdLst>
  <p:sldIdLst>
    <p:sldId id="310" r:id="rId4"/>
    <p:sldId id="388" r:id="rId5"/>
    <p:sldId id="312" r:id="rId6"/>
    <p:sldId id="313" r:id="rId7"/>
    <p:sldId id="314" r:id="rId8"/>
    <p:sldId id="389" r:id="rId9"/>
    <p:sldId id="316" r:id="rId10"/>
    <p:sldId id="317" r:id="rId11"/>
    <p:sldId id="319" r:id="rId12"/>
    <p:sldId id="320" r:id="rId13"/>
    <p:sldId id="321" r:id="rId14"/>
    <p:sldId id="322" r:id="rId15"/>
    <p:sldId id="323" r:id="rId16"/>
    <p:sldId id="324" r:id="rId17"/>
    <p:sldId id="325" r:id="rId18"/>
    <p:sldId id="326" r:id="rId19"/>
    <p:sldId id="391" r:id="rId20"/>
    <p:sldId id="344" r:id="rId21"/>
    <p:sldId id="345" r:id="rId22"/>
    <p:sldId id="370" r:id="rId23"/>
    <p:sldId id="346" r:id="rId24"/>
    <p:sldId id="347" r:id="rId25"/>
    <p:sldId id="350" r:id="rId26"/>
    <p:sldId id="376" r:id="rId27"/>
    <p:sldId id="352" r:id="rId28"/>
    <p:sldId id="353" r:id="rId29"/>
    <p:sldId id="354" r:id="rId30"/>
    <p:sldId id="377" r:id="rId31"/>
    <p:sldId id="356" r:id="rId32"/>
    <p:sldId id="357" r:id="rId33"/>
    <p:sldId id="348" r:id="rId34"/>
    <p:sldId id="358" r:id="rId35"/>
    <p:sldId id="359" r:id="rId36"/>
    <p:sldId id="360" r:id="rId37"/>
    <p:sldId id="361" r:id="rId38"/>
    <p:sldId id="362" r:id="rId39"/>
    <p:sldId id="363" r:id="rId40"/>
    <p:sldId id="364" r:id="rId41"/>
    <p:sldId id="365" r:id="rId42"/>
    <p:sldId id="366" r:id="rId43"/>
    <p:sldId id="392" r:id="rId44"/>
    <p:sldId id="393" r:id="rId45"/>
    <p:sldId id="394" r:id="rId46"/>
    <p:sldId id="395" r:id="rId47"/>
    <p:sldId id="396" r:id="rId48"/>
    <p:sldId id="397" r:id="rId49"/>
    <p:sldId id="327" r:id="rId50"/>
    <p:sldId id="398" r:id="rId51"/>
    <p:sldId id="328" r:id="rId52"/>
    <p:sldId id="329" r:id="rId53"/>
    <p:sldId id="330" r:id="rId5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1012" autoAdjust="0"/>
    <p:restoredTop sz="94660"/>
  </p:normalViewPr>
  <p:slideViewPr>
    <p:cSldViewPr snapToGrid="0">
      <p:cViewPr varScale="1">
        <p:scale>
          <a:sx n="39" d="100"/>
          <a:sy n="39" d="100"/>
        </p:scale>
        <p:origin x="66" y="101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tableStyles" Target="tableStyles.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heme" Target="theme/theme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w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wmf"/></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0B4E4B-5700-0E3A-A4A6-02532B0B461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D5C2121-D2F2-2A7D-A8EB-FB0DC79BF0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ACA7697-C71A-78D6-CD38-1C0C58A1A399}"/>
              </a:ext>
            </a:extLst>
          </p:cNvPr>
          <p:cNvSpPr>
            <a:spLocks noGrp="1"/>
          </p:cNvSpPr>
          <p:nvPr>
            <p:ph type="dt" sz="half" idx="10"/>
          </p:nvPr>
        </p:nvSpPr>
        <p:spPr/>
        <p:txBody>
          <a:bodyPr/>
          <a:lstStyle/>
          <a:p>
            <a:fld id="{F7A54D5B-F427-4FCB-8C69-7D5758C234E0}" type="datetimeFigureOut">
              <a:rPr lang="zh-CN" altLang="en-US" smtClean="0"/>
              <a:t>2024/12/18</a:t>
            </a:fld>
            <a:endParaRPr lang="zh-CN" altLang="en-US"/>
          </a:p>
        </p:txBody>
      </p:sp>
      <p:sp>
        <p:nvSpPr>
          <p:cNvPr id="5" name="页脚占位符 4">
            <a:extLst>
              <a:ext uri="{FF2B5EF4-FFF2-40B4-BE49-F238E27FC236}">
                <a16:creationId xmlns:a16="http://schemas.microsoft.com/office/drawing/2014/main" id="{CADE8152-C445-8766-3495-188577B9AE4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3AED13E-412E-F207-3BEA-38FFB2D92974}"/>
              </a:ext>
            </a:extLst>
          </p:cNvPr>
          <p:cNvSpPr>
            <a:spLocks noGrp="1"/>
          </p:cNvSpPr>
          <p:nvPr>
            <p:ph type="sldNum" sz="quarter" idx="12"/>
          </p:nvPr>
        </p:nvSpPr>
        <p:spPr/>
        <p:txBody>
          <a:bodyPr/>
          <a:lstStyle/>
          <a:p>
            <a:fld id="{8D8891BD-E8EA-41A7-9079-0E34C2E5DCC8}" type="slidenum">
              <a:rPr lang="zh-CN" altLang="en-US" smtClean="0"/>
              <a:t>‹#›</a:t>
            </a:fld>
            <a:endParaRPr lang="zh-CN" altLang="en-US"/>
          </a:p>
        </p:txBody>
      </p:sp>
    </p:spTree>
    <p:extLst>
      <p:ext uri="{BB962C8B-B14F-4D97-AF65-F5344CB8AC3E}">
        <p14:creationId xmlns:p14="http://schemas.microsoft.com/office/powerpoint/2010/main" val="2641952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7C34BD-2291-45CF-FC32-9D78D38D1FD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9EEEFFF-F4F5-D3D1-F4CE-B91E84CCD0D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09B3A9A-24C8-D84E-3AEA-231DAB99B3B2}"/>
              </a:ext>
            </a:extLst>
          </p:cNvPr>
          <p:cNvSpPr>
            <a:spLocks noGrp="1"/>
          </p:cNvSpPr>
          <p:nvPr>
            <p:ph type="dt" sz="half" idx="10"/>
          </p:nvPr>
        </p:nvSpPr>
        <p:spPr/>
        <p:txBody>
          <a:bodyPr/>
          <a:lstStyle/>
          <a:p>
            <a:fld id="{F7A54D5B-F427-4FCB-8C69-7D5758C234E0}" type="datetimeFigureOut">
              <a:rPr lang="zh-CN" altLang="en-US" smtClean="0"/>
              <a:t>2024/12/18</a:t>
            </a:fld>
            <a:endParaRPr lang="zh-CN" altLang="en-US"/>
          </a:p>
        </p:txBody>
      </p:sp>
      <p:sp>
        <p:nvSpPr>
          <p:cNvPr id="5" name="页脚占位符 4">
            <a:extLst>
              <a:ext uri="{FF2B5EF4-FFF2-40B4-BE49-F238E27FC236}">
                <a16:creationId xmlns:a16="http://schemas.microsoft.com/office/drawing/2014/main" id="{7763CBBE-8AE3-2EB4-8AA2-B703B6D689D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BE2E566-B5E7-BFBB-998B-A57B7F2AE610}"/>
              </a:ext>
            </a:extLst>
          </p:cNvPr>
          <p:cNvSpPr>
            <a:spLocks noGrp="1"/>
          </p:cNvSpPr>
          <p:nvPr>
            <p:ph type="sldNum" sz="quarter" idx="12"/>
          </p:nvPr>
        </p:nvSpPr>
        <p:spPr/>
        <p:txBody>
          <a:bodyPr/>
          <a:lstStyle/>
          <a:p>
            <a:fld id="{8D8891BD-E8EA-41A7-9079-0E34C2E5DCC8}" type="slidenum">
              <a:rPr lang="zh-CN" altLang="en-US" smtClean="0"/>
              <a:t>‹#›</a:t>
            </a:fld>
            <a:endParaRPr lang="zh-CN" altLang="en-US"/>
          </a:p>
        </p:txBody>
      </p:sp>
    </p:spTree>
    <p:extLst>
      <p:ext uri="{BB962C8B-B14F-4D97-AF65-F5344CB8AC3E}">
        <p14:creationId xmlns:p14="http://schemas.microsoft.com/office/powerpoint/2010/main" val="855604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064BD2-011F-E286-BA08-BC8F5541402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276FA33-9220-7217-5650-B12C15C02D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5CEF230-E5FE-6394-9F17-CE9B84931CEB}"/>
              </a:ext>
            </a:extLst>
          </p:cNvPr>
          <p:cNvSpPr>
            <a:spLocks noGrp="1"/>
          </p:cNvSpPr>
          <p:nvPr>
            <p:ph type="dt" sz="half" idx="10"/>
          </p:nvPr>
        </p:nvSpPr>
        <p:spPr/>
        <p:txBody>
          <a:bodyPr/>
          <a:lstStyle/>
          <a:p>
            <a:fld id="{F7A54D5B-F427-4FCB-8C69-7D5758C234E0}" type="datetimeFigureOut">
              <a:rPr lang="zh-CN" altLang="en-US" smtClean="0"/>
              <a:t>2024/12/18</a:t>
            </a:fld>
            <a:endParaRPr lang="zh-CN" altLang="en-US"/>
          </a:p>
        </p:txBody>
      </p:sp>
      <p:sp>
        <p:nvSpPr>
          <p:cNvPr id="5" name="页脚占位符 4">
            <a:extLst>
              <a:ext uri="{FF2B5EF4-FFF2-40B4-BE49-F238E27FC236}">
                <a16:creationId xmlns:a16="http://schemas.microsoft.com/office/drawing/2014/main" id="{C3F12C6C-5489-E175-19C5-9FA1B55FB7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0D1DB57-3129-F586-ADD1-ED5C48BC5514}"/>
              </a:ext>
            </a:extLst>
          </p:cNvPr>
          <p:cNvSpPr>
            <a:spLocks noGrp="1"/>
          </p:cNvSpPr>
          <p:nvPr>
            <p:ph type="sldNum" sz="quarter" idx="12"/>
          </p:nvPr>
        </p:nvSpPr>
        <p:spPr/>
        <p:txBody>
          <a:bodyPr/>
          <a:lstStyle/>
          <a:p>
            <a:fld id="{8D8891BD-E8EA-41A7-9079-0E34C2E5DCC8}" type="slidenum">
              <a:rPr lang="zh-CN" altLang="en-US" smtClean="0"/>
              <a:t>‹#›</a:t>
            </a:fld>
            <a:endParaRPr lang="zh-CN" altLang="en-US"/>
          </a:p>
        </p:txBody>
      </p:sp>
    </p:spTree>
    <p:extLst>
      <p:ext uri="{BB962C8B-B14F-4D97-AF65-F5344CB8AC3E}">
        <p14:creationId xmlns:p14="http://schemas.microsoft.com/office/powerpoint/2010/main" val="41894280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C65B7E-2F95-1CD6-15EA-43823B5EA6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37F65F0-DD68-5A50-E7AB-30D9BA40658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5583CB1-553E-05E1-2C6F-70C917BFD09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1213246-5AEA-1A90-908D-AD6E86DEA36F}"/>
              </a:ext>
            </a:extLst>
          </p:cNvPr>
          <p:cNvSpPr>
            <a:spLocks noGrp="1"/>
          </p:cNvSpPr>
          <p:nvPr>
            <p:ph type="dt" sz="half" idx="10"/>
          </p:nvPr>
        </p:nvSpPr>
        <p:spPr/>
        <p:txBody>
          <a:bodyPr/>
          <a:lstStyle/>
          <a:p>
            <a:fld id="{F7A54D5B-F427-4FCB-8C69-7D5758C234E0}" type="datetimeFigureOut">
              <a:rPr lang="zh-CN" altLang="en-US" smtClean="0"/>
              <a:t>2024/12/18</a:t>
            </a:fld>
            <a:endParaRPr lang="zh-CN" altLang="en-US"/>
          </a:p>
        </p:txBody>
      </p:sp>
      <p:sp>
        <p:nvSpPr>
          <p:cNvPr id="6" name="页脚占位符 5">
            <a:extLst>
              <a:ext uri="{FF2B5EF4-FFF2-40B4-BE49-F238E27FC236}">
                <a16:creationId xmlns:a16="http://schemas.microsoft.com/office/drawing/2014/main" id="{C0F72FEB-D65F-8D49-F7E8-AE5EC211FE5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727DC14-3FC4-AAC9-3CCA-D717B21F3D00}"/>
              </a:ext>
            </a:extLst>
          </p:cNvPr>
          <p:cNvSpPr>
            <a:spLocks noGrp="1"/>
          </p:cNvSpPr>
          <p:nvPr>
            <p:ph type="sldNum" sz="quarter" idx="12"/>
          </p:nvPr>
        </p:nvSpPr>
        <p:spPr/>
        <p:txBody>
          <a:bodyPr/>
          <a:lstStyle/>
          <a:p>
            <a:fld id="{8D8891BD-E8EA-41A7-9079-0E34C2E5DCC8}" type="slidenum">
              <a:rPr lang="zh-CN" altLang="en-US" smtClean="0"/>
              <a:t>‹#›</a:t>
            </a:fld>
            <a:endParaRPr lang="zh-CN" altLang="en-US"/>
          </a:p>
        </p:txBody>
      </p:sp>
    </p:spTree>
    <p:extLst>
      <p:ext uri="{BB962C8B-B14F-4D97-AF65-F5344CB8AC3E}">
        <p14:creationId xmlns:p14="http://schemas.microsoft.com/office/powerpoint/2010/main" val="3927551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AF06F-3833-67B6-B8DA-BCE8C6CB0DC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7D38417-5502-6EEC-CC64-CE46FE32DA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1DC1547-56B6-4303-EAB1-A07E524DF34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4BC7EA5-5747-8741-C7CA-AE44CD9FEA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9BB5DDA-7582-6BD9-1BA7-78DA6AC8C399}"/>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C1A6704-FB1A-64F0-7F38-7CF3FF4FA2D2}"/>
              </a:ext>
            </a:extLst>
          </p:cNvPr>
          <p:cNvSpPr>
            <a:spLocks noGrp="1"/>
          </p:cNvSpPr>
          <p:nvPr>
            <p:ph type="dt" sz="half" idx="10"/>
          </p:nvPr>
        </p:nvSpPr>
        <p:spPr/>
        <p:txBody>
          <a:bodyPr/>
          <a:lstStyle/>
          <a:p>
            <a:fld id="{F7A54D5B-F427-4FCB-8C69-7D5758C234E0}" type="datetimeFigureOut">
              <a:rPr lang="zh-CN" altLang="en-US" smtClean="0"/>
              <a:t>2024/12/18</a:t>
            </a:fld>
            <a:endParaRPr lang="zh-CN" altLang="en-US"/>
          </a:p>
        </p:txBody>
      </p:sp>
      <p:sp>
        <p:nvSpPr>
          <p:cNvPr id="8" name="页脚占位符 7">
            <a:extLst>
              <a:ext uri="{FF2B5EF4-FFF2-40B4-BE49-F238E27FC236}">
                <a16:creationId xmlns:a16="http://schemas.microsoft.com/office/drawing/2014/main" id="{3F915F31-CB5F-B733-54FF-7335B18162F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3E22FE8-0F2F-FE44-8391-FCC166822B22}"/>
              </a:ext>
            </a:extLst>
          </p:cNvPr>
          <p:cNvSpPr>
            <a:spLocks noGrp="1"/>
          </p:cNvSpPr>
          <p:nvPr>
            <p:ph type="sldNum" sz="quarter" idx="12"/>
          </p:nvPr>
        </p:nvSpPr>
        <p:spPr/>
        <p:txBody>
          <a:bodyPr/>
          <a:lstStyle/>
          <a:p>
            <a:fld id="{8D8891BD-E8EA-41A7-9079-0E34C2E5DCC8}" type="slidenum">
              <a:rPr lang="zh-CN" altLang="en-US" smtClean="0"/>
              <a:t>‹#›</a:t>
            </a:fld>
            <a:endParaRPr lang="zh-CN" altLang="en-US"/>
          </a:p>
        </p:txBody>
      </p:sp>
    </p:spTree>
    <p:extLst>
      <p:ext uri="{BB962C8B-B14F-4D97-AF65-F5344CB8AC3E}">
        <p14:creationId xmlns:p14="http://schemas.microsoft.com/office/powerpoint/2010/main" val="358931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93E217-B5B8-58B8-0325-61FFA79EACE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CB88CDD-B3D3-8B95-4A75-6FD2AA6106A6}"/>
              </a:ext>
            </a:extLst>
          </p:cNvPr>
          <p:cNvSpPr>
            <a:spLocks noGrp="1"/>
          </p:cNvSpPr>
          <p:nvPr>
            <p:ph type="dt" sz="half" idx="10"/>
          </p:nvPr>
        </p:nvSpPr>
        <p:spPr/>
        <p:txBody>
          <a:bodyPr/>
          <a:lstStyle/>
          <a:p>
            <a:fld id="{F7A54D5B-F427-4FCB-8C69-7D5758C234E0}" type="datetimeFigureOut">
              <a:rPr lang="zh-CN" altLang="en-US" smtClean="0"/>
              <a:t>2024/12/18</a:t>
            </a:fld>
            <a:endParaRPr lang="zh-CN" altLang="en-US"/>
          </a:p>
        </p:txBody>
      </p:sp>
      <p:sp>
        <p:nvSpPr>
          <p:cNvPr id="4" name="页脚占位符 3">
            <a:extLst>
              <a:ext uri="{FF2B5EF4-FFF2-40B4-BE49-F238E27FC236}">
                <a16:creationId xmlns:a16="http://schemas.microsoft.com/office/drawing/2014/main" id="{84ABC397-81A3-A7C7-38CF-859259AE7017}"/>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50A6C74-06B9-73C0-4A00-039BC78C9FF2}"/>
              </a:ext>
            </a:extLst>
          </p:cNvPr>
          <p:cNvSpPr>
            <a:spLocks noGrp="1"/>
          </p:cNvSpPr>
          <p:nvPr>
            <p:ph type="sldNum" sz="quarter" idx="12"/>
          </p:nvPr>
        </p:nvSpPr>
        <p:spPr/>
        <p:txBody>
          <a:bodyPr/>
          <a:lstStyle/>
          <a:p>
            <a:fld id="{8D8891BD-E8EA-41A7-9079-0E34C2E5DCC8}" type="slidenum">
              <a:rPr lang="zh-CN" altLang="en-US" smtClean="0"/>
              <a:t>‹#›</a:t>
            </a:fld>
            <a:endParaRPr lang="zh-CN" altLang="en-US"/>
          </a:p>
        </p:txBody>
      </p:sp>
    </p:spTree>
    <p:extLst>
      <p:ext uri="{BB962C8B-B14F-4D97-AF65-F5344CB8AC3E}">
        <p14:creationId xmlns:p14="http://schemas.microsoft.com/office/powerpoint/2010/main" val="2603302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95DE23C-65AE-9E72-011F-D0D2B7F5F6B7}"/>
              </a:ext>
            </a:extLst>
          </p:cNvPr>
          <p:cNvSpPr>
            <a:spLocks noGrp="1"/>
          </p:cNvSpPr>
          <p:nvPr>
            <p:ph type="dt" sz="half" idx="10"/>
          </p:nvPr>
        </p:nvSpPr>
        <p:spPr/>
        <p:txBody>
          <a:bodyPr/>
          <a:lstStyle/>
          <a:p>
            <a:fld id="{F7A54D5B-F427-4FCB-8C69-7D5758C234E0}" type="datetimeFigureOut">
              <a:rPr lang="zh-CN" altLang="en-US" smtClean="0"/>
              <a:t>2024/12/18</a:t>
            </a:fld>
            <a:endParaRPr lang="zh-CN" altLang="en-US"/>
          </a:p>
        </p:txBody>
      </p:sp>
      <p:sp>
        <p:nvSpPr>
          <p:cNvPr id="3" name="页脚占位符 2">
            <a:extLst>
              <a:ext uri="{FF2B5EF4-FFF2-40B4-BE49-F238E27FC236}">
                <a16:creationId xmlns:a16="http://schemas.microsoft.com/office/drawing/2014/main" id="{4D3361E4-576F-9A7C-2164-09C6C877FE1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27890A0-FAED-4B3F-5152-A6CDC1CF7736}"/>
              </a:ext>
            </a:extLst>
          </p:cNvPr>
          <p:cNvSpPr>
            <a:spLocks noGrp="1"/>
          </p:cNvSpPr>
          <p:nvPr>
            <p:ph type="sldNum" sz="quarter" idx="12"/>
          </p:nvPr>
        </p:nvSpPr>
        <p:spPr/>
        <p:txBody>
          <a:bodyPr/>
          <a:lstStyle/>
          <a:p>
            <a:fld id="{8D8891BD-E8EA-41A7-9079-0E34C2E5DCC8}" type="slidenum">
              <a:rPr lang="zh-CN" altLang="en-US" smtClean="0"/>
              <a:t>‹#›</a:t>
            </a:fld>
            <a:endParaRPr lang="zh-CN" altLang="en-US"/>
          </a:p>
        </p:txBody>
      </p:sp>
    </p:spTree>
    <p:extLst>
      <p:ext uri="{BB962C8B-B14F-4D97-AF65-F5344CB8AC3E}">
        <p14:creationId xmlns:p14="http://schemas.microsoft.com/office/powerpoint/2010/main" val="2082566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891083-729A-44C1-5F3E-FC712B0401D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D32683A-40E6-F111-F253-CFE442020B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D6196C6-9DE8-CE88-16E6-7C68F3E0CF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6D42F22-3998-DB33-5866-FD346D3D6E94}"/>
              </a:ext>
            </a:extLst>
          </p:cNvPr>
          <p:cNvSpPr>
            <a:spLocks noGrp="1"/>
          </p:cNvSpPr>
          <p:nvPr>
            <p:ph type="dt" sz="half" idx="10"/>
          </p:nvPr>
        </p:nvSpPr>
        <p:spPr/>
        <p:txBody>
          <a:bodyPr/>
          <a:lstStyle/>
          <a:p>
            <a:fld id="{F7A54D5B-F427-4FCB-8C69-7D5758C234E0}" type="datetimeFigureOut">
              <a:rPr lang="zh-CN" altLang="en-US" smtClean="0"/>
              <a:t>2024/12/18</a:t>
            </a:fld>
            <a:endParaRPr lang="zh-CN" altLang="en-US"/>
          </a:p>
        </p:txBody>
      </p:sp>
      <p:sp>
        <p:nvSpPr>
          <p:cNvPr id="6" name="页脚占位符 5">
            <a:extLst>
              <a:ext uri="{FF2B5EF4-FFF2-40B4-BE49-F238E27FC236}">
                <a16:creationId xmlns:a16="http://schemas.microsoft.com/office/drawing/2014/main" id="{8FC4C1CB-D0F2-A0CF-4ACD-833BA61C2B4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6036D9A-76BB-CC24-6F59-521A94F14E8F}"/>
              </a:ext>
            </a:extLst>
          </p:cNvPr>
          <p:cNvSpPr>
            <a:spLocks noGrp="1"/>
          </p:cNvSpPr>
          <p:nvPr>
            <p:ph type="sldNum" sz="quarter" idx="12"/>
          </p:nvPr>
        </p:nvSpPr>
        <p:spPr/>
        <p:txBody>
          <a:bodyPr/>
          <a:lstStyle/>
          <a:p>
            <a:fld id="{8D8891BD-E8EA-41A7-9079-0E34C2E5DCC8}" type="slidenum">
              <a:rPr lang="zh-CN" altLang="en-US" smtClean="0"/>
              <a:t>‹#›</a:t>
            </a:fld>
            <a:endParaRPr lang="zh-CN" altLang="en-US"/>
          </a:p>
        </p:txBody>
      </p:sp>
    </p:spTree>
    <p:extLst>
      <p:ext uri="{BB962C8B-B14F-4D97-AF65-F5344CB8AC3E}">
        <p14:creationId xmlns:p14="http://schemas.microsoft.com/office/powerpoint/2010/main" val="2087860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309BA1-CE31-1A7D-8406-732789BF9C3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8F048C9-FE7B-F295-AAAF-AD7CBB5766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7053F48-0EE5-53F6-D6CC-1BB6565BA0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2EAAC90-42A6-F9D5-9309-CAF307C045DD}"/>
              </a:ext>
            </a:extLst>
          </p:cNvPr>
          <p:cNvSpPr>
            <a:spLocks noGrp="1"/>
          </p:cNvSpPr>
          <p:nvPr>
            <p:ph type="dt" sz="half" idx="10"/>
          </p:nvPr>
        </p:nvSpPr>
        <p:spPr/>
        <p:txBody>
          <a:bodyPr/>
          <a:lstStyle/>
          <a:p>
            <a:fld id="{F7A54D5B-F427-4FCB-8C69-7D5758C234E0}" type="datetimeFigureOut">
              <a:rPr lang="zh-CN" altLang="en-US" smtClean="0"/>
              <a:t>2024/12/18</a:t>
            </a:fld>
            <a:endParaRPr lang="zh-CN" altLang="en-US"/>
          </a:p>
        </p:txBody>
      </p:sp>
      <p:sp>
        <p:nvSpPr>
          <p:cNvPr id="6" name="页脚占位符 5">
            <a:extLst>
              <a:ext uri="{FF2B5EF4-FFF2-40B4-BE49-F238E27FC236}">
                <a16:creationId xmlns:a16="http://schemas.microsoft.com/office/drawing/2014/main" id="{53D803CF-FEC8-DCC4-0856-C111511CD28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E04E2D9-FA46-4533-86CC-BE486F6D5828}"/>
              </a:ext>
            </a:extLst>
          </p:cNvPr>
          <p:cNvSpPr>
            <a:spLocks noGrp="1"/>
          </p:cNvSpPr>
          <p:nvPr>
            <p:ph type="sldNum" sz="quarter" idx="12"/>
          </p:nvPr>
        </p:nvSpPr>
        <p:spPr/>
        <p:txBody>
          <a:bodyPr/>
          <a:lstStyle/>
          <a:p>
            <a:fld id="{8D8891BD-E8EA-41A7-9079-0E34C2E5DCC8}" type="slidenum">
              <a:rPr lang="zh-CN" altLang="en-US" smtClean="0"/>
              <a:t>‹#›</a:t>
            </a:fld>
            <a:endParaRPr lang="zh-CN" altLang="en-US"/>
          </a:p>
        </p:txBody>
      </p:sp>
    </p:spTree>
    <p:extLst>
      <p:ext uri="{BB962C8B-B14F-4D97-AF65-F5344CB8AC3E}">
        <p14:creationId xmlns:p14="http://schemas.microsoft.com/office/powerpoint/2010/main" val="675781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85BD62-C0C1-8F7E-35C5-BA798E6C1BA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47F7900-6947-1586-E6AE-F08982CAE31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9B959DE-1F1F-06A2-8E32-565D02687B24}"/>
              </a:ext>
            </a:extLst>
          </p:cNvPr>
          <p:cNvSpPr>
            <a:spLocks noGrp="1"/>
          </p:cNvSpPr>
          <p:nvPr>
            <p:ph type="dt" sz="half" idx="10"/>
          </p:nvPr>
        </p:nvSpPr>
        <p:spPr/>
        <p:txBody>
          <a:bodyPr/>
          <a:lstStyle/>
          <a:p>
            <a:fld id="{F7A54D5B-F427-4FCB-8C69-7D5758C234E0}" type="datetimeFigureOut">
              <a:rPr lang="zh-CN" altLang="en-US" smtClean="0"/>
              <a:t>2024/12/18</a:t>
            </a:fld>
            <a:endParaRPr lang="zh-CN" altLang="en-US"/>
          </a:p>
        </p:txBody>
      </p:sp>
      <p:sp>
        <p:nvSpPr>
          <p:cNvPr id="5" name="页脚占位符 4">
            <a:extLst>
              <a:ext uri="{FF2B5EF4-FFF2-40B4-BE49-F238E27FC236}">
                <a16:creationId xmlns:a16="http://schemas.microsoft.com/office/drawing/2014/main" id="{006E3063-0C58-9194-87FA-7C3579BC123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2C426D1-0C4B-F836-38C8-2F48739D99AA}"/>
              </a:ext>
            </a:extLst>
          </p:cNvPr>
          <p:cNvSpPr>
            <a:spLocks noGrp="1"/>
          </p:cNvSpPr>
          <p:nvPr>
            <p:ph type="sldNum" sz="quarter" idx="12"/>
          </p:nvPr>
        </p:nvSpPr>
        <p:spPr/>
        <p:txBody>
          <a:bodyPr/>
          <a:lstStyle/>
          <a:p>
            <a:fld id="{8D8891BD-E8EA-41A7-9079-0E34C2E5DCC8}" type="slidenum">
              <a:rPr lang="zh-CN" altLang="en-US" smtClean="0"/>
              <a:t>‹#›</a:t>
            </a:fld>
            <a:endParaRPr lang="zh-CN" altLang="en-US"/>
          </a:p>
        </p:txBody>
      </p:sp>
    </p:spTree>
    <p:extLst>
      <p:ext uri="{BB962C8B-B14F-4D97-AF65-F5344CB8AC3E}">
        <p14:creationId xmlns:p14="http://schemas.microsoft.com/office/powerpoint/2010/main" val="348670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74BB865-CBFD-310D-356E-058A65A408F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578D466-6F5E-D46D-7BC5-8BDF01094F3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5C510A0-0629-4EB8-E340-808A49272693}"/>
              </a:ext>
            </a:extLst>
          </p:cNvPr>
          <p:cNvSpPr>
            <a:spLocks noGrp="1"/>
          </p:cNvSpPr>
          <p:nvPr>
            <p:ph type="dt" sz="half" idx="10"/>
          </p:nvPr>
        </p:nvSpPr>
        <p:spPr/>
        <p:txBody>
          <a:bodyPr/>
          <a:lstStyle/>
          <a:p>
            <a:fld id="{F7A54D5B-F427-4FCB-8C69-7D5758C234E0}" type="datetimeFigureOut">
              <a:rPr lang="zh-CN" altLang="en-US" smtClean="0"/>
              <a:t>2024/12/18</a:t>
            </a:fld>
            <a:endParaRPr lang="zh-CN" altLang="en-US"/>
          </a:p>
        </p:txBody>
      </p:sp>
      <p:sp>
        <p:nvSpPr>
          <p:cNvPr id="5" name="页脚占位符 4">
            <a:extLst>
              <a:ext uri="{FF2B5EF4-FFF2-40B4-BE49-F238E27FC236}">
                <a16:creationId xmlns:a16="http://schemas.microsoft.com/office/drawing/2014/main" id="{8F5B3CB2-F79F-9560-2410-7C3755AD4FD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C4F2479-10F8-77BB-2348-A0336761B097}"/>
              </a:ext>
            </a:extLst>
          </p:cNvPr>
          <p:cNvSpPr>
            <a:spLocks noGrp="1"/>
          </p:cNvSpPr>
          <p:nvPr>
            <p:ph type="sldNum" sz="quarter" idx="12"/>
          </p:nvPr>
        </p:nvSpPr>
        <p:spPr/>
        <p:txBody>
          <a:bodyPr/>
          <a:lstStyle/>
          <a:p>
            <a:fld id="{8D8891BD-E8EA-41A7-9079-0E34C2E5DCC8}" type="slidenum">
              <a:rPr lang="zh-CN" altLang="en-US" smtClean="0"/>
              <a:t>‹#›</a:t>
            </a:fld>
            <a:endParaRPr lang="zh-CN" altLang="en-US"/>
          </a:p>
        </p:txBody>
      </p:sp>
    </p:spTree>
    <p:extLst>
      <p:ext uri="{BB962C8B-B14F-4D97-AF65-F5344CB8AC3E}">
        <p14:creationId xmlns:p14="http://schemas.microsoft.com/office/powerpoint/2010/main" val="29741090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E71DB22A-9C65-F156-6773-268E29441F9F}"/>
              </a:ext>
            </a:extLst>
          </p:cNvPr>
          <p:cNvSpPr>
            <a:spLocks noChangeArrowheads="1"/>
          </p:cNvSpPr>
          <p:nvPr/>
        </p:nvSpPr>
        <p:spPr bwMode="auto">
          <a:xfrm>
            <a:off x="812800" y="1219200"/>
            <a:ext cx="10566400" cy="914400"/>
          </a:xfrm>
          <a:custGeom>
            <a:avLst/>
            <a:gdLst>
              <a:gd name="T0" fmla="*/ 0 w 1000"/>
              <a:gd name="T1" fmla="*/ 2147483647 h 1000"/>
              <a:gd name="T2" fmla="*/ 0 w 1000"/>
              <a:gd name="T3" fmla="*/ 0 h 1000"/>
              <a:gd name="T4" fmla="*/ 2147483647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pPr>
              <a:defRPr/>
            </a:pPr>
            <a:endParaRPr lang="zh-CN" altLang="en-US" sz="1800"/>
          </a:p>
        </p:txBody>
      </p:sp>
      <p:sp>
        <p:nvSpPr>
          <p:cNvPr id="3" name="Line 8">
            <a:extLst>
              <a:ext uri="{FF2B5EF4-FFF2-40B4-BE49-F238E27FC236}">
                <a16:creationId xmlns:a16="http://schemas.microsoft.com/office/drawing/2014/main" id="{E2F39BCF-08BF-690E-B8DD-A5B98ADFE67A}"/>
              </a:ext>
            </a:extLst>
          </p:cNvPr>
          <p:cNvSpPr>
            <a:spLocks noChangeShapeType="1"/>
          </p:cNvSpPr>
          <p:nvPr/>
        </p:nvSpPr>
        <p:spPr bwMode="auto">
          <a:xfrm>
            <a:off x="2641601" y="3962400"/>
            <a:ext cx="8682567" cy="0"/>
          </a:xfrm>
          <a:prstGeom prst="line">
            <a:avLst/>
          </a:prstGeom>
          <a:noFill/>
          <a:ln w="19050">
            <a:solidFill>
              <a:schemeClr val="accent1"/>
            </a:solidFill>
            <a:round/>
            <a:headEnd/>
            <a:tailEnd/>
          </a:ln>
        </p:spPr>
        <p:txBody>
          <a:bodyPr/>
          <a:lstStyle/>
          <a:p>
            <a:pPr>
              <a:defRPr/>
            </a:pPr>
            <a:endParaRPr lang="zh-CN" altLang="en-US" sz="1800"/>
          </a:p>
        </p:txBody>
      </p:sp>
      <p:pic>
        <p:nvPicPr>
          <p:cNvPr id="4" name="Picture 9">
            <a:extLst>
              <a:ext uri="{FF2B5EF4-FFF2-40B4-BE49-F238E27FC236}">
                <a16:creationId xmlns:a16="http://schemas.microsoft.com/office/drawing/2014/main" id="{6F1D0C80-4704-8BE8-3EF7-50899F994D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47200" y="5867400"/>
            <a:ext cx="261620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
            <a:extLst>
              <a:ext uri="{FF2B5EF4-FFF2-40B4-BE49-F238E27FC236}">
                <a16:creationId xmlns:a16="http://schemas.microsoft.com/office/drawing/2014/main" id="{36B802D1-0065-0BBA-94AC-6AA8EBF102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5791200"/>
            <a:ext cx="10922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ShockwaveFlash1">
            <a:extLst>
              <a:ext uri="{FF2B5EF4-FFF2-40B4-BE49-F238E27FC236}">
                <a16:creationId xmlns:a16="http://schemas.microsoft.com/office/drawing/2014/main" id="{D30A336C-D86F-19F5-63A1-BA29C6DE3A51}"/>
              </a:ext>
            </a:extLst>
          </p:cNvPr>
          <p:cNvPicPr preferRelativeResize="0">
            <a:picLocks noChangeArrowheads="1" noChangeShapeType="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398934" y="6524625"/>
            <a:ext cx="124883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8" name="Rectangle 2"/>
          <p:cNvSpPr>
            <a:spLocks noGrp="1" noChangeArrowheads="1"/>
          </p:cNvSpPr>
          <p:nvPr>
            <p:ph type="ctrTitle"/>
          </p:nvPr>
        </p:nvSpPr>
        <p:spPr>
          <a:xfrm>
            <a:off x="1219201" y="1524000"/>
            <a:ext cx="10164233" cy="1752600"/>
          </a:xfrm>
        </p:spPr>
        <p:txBody>
          <a:bodyPr/>
          <a:lstStyle>
            <a:lvl1pPr>
              <a:defRPr sz="3800"/>
            </a:lvl1pPr>
          </a:lstStyle>
          <a:p>
            <a:r>
              <a:rPr lang="en-US" altLang="zh-CN"/>
              <a:t>Click to edit Master title style</a:t>
            </a:r>
            <a:endParaRPr lang="zh-CN" altLang="en-US"/>
          </a:p>
        </p:txBody>
      </p:sp>
      <p:sp>
        <p:nvSpPr>
          <p:cNvPr id="9219"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vl1pPr>
          </a:lstStyle>
          <a:p>
            <a:r>
              <a:rPr lang="en-US" altLang="zh-CN"/>
              <a:t>Click to edit Master subtitle style</a:t>
            </a:r>
            <a:endParaRPr lang="zh-CN" altLang="en-US"/>
          </a:p>
        </p:txBody>
      </p:sp>
      <p:sp>
        <p:nvSpPr>
          <p:cNvPr id="7" name="Rectangle 4">
            <a:extLst>
              <a:ext uri="{FF2B5EF4-FFF2-40B4-BE49-F238E27FC236}">
                <a16:creationId xmlns:a16="http://schemas.microsoft.com/office/drawing/2014/main" id="{EF6D38BE-8713-0688-D3C6-E02A558A2DBD}"/>
              </a:ext>
            </a:extLst>
          </p:cNvPr>
          <p:cNvSpPr>
            <a:spLocks noGrp="1" noChangeArrowheads="1"/>
          </p:cNvSpPr>
          <p:nvPr>
            <p:ph type="dt" sz="half" idx="10"/>
          </p:nvPr>
        </p:nvSpPr>
        <p:spPr/>
        <p:txBody>
          <a:bodyPr/>
          <a:lstStyle>
            <a:lvl1pPr>
              <a:defRPr/>
            </a:lvl1pPr>
          </a:lstStyle>
          <a:p>
            <a:fld id="{B2893D98-FCAB-457C-B793-FF610BF7E5E6}" type="datetime1">
              <a:rPr lang="zh-CN" altLang="en-US"/>
              <a:pPr/>
              <a:t>2024/12/18</a:t>
            </a:fld>
            <a:endParaRPr lang="en-US" altLang="zh-CN"/>
          </a:p>
        </p:txBody>
      </p:sp>
      <p:sp>
        <p:nvSpPr>
          <p:cNvPr id="8" name="Rectangle 5">
            <a:extLst>
              <a:ext uri="{FF2B5EF4-FFF2-40B4-BE49-F238E27FC236}">
                <a16:creationId xmlns:a16="http://schemas.microsoft.com/office/drawing/2014/main" id="{D171E581-3B0F-9055-79B1-42C880A8476B}"/>
              </a:ext>
            </a:extLst>
          </p:cNvPr>
          <p:cNvSpPr>
            <a:spLocks noGrp="1" noChangeArrowheads="1"/>
          </p:cNvSpPr>
          <p:nvPr>
            <p:ph type="ftr" sz="quarter" idx="11"/>
          </p:nvPr>
        </p:nvSpPr>
        <p:spPr>
          <a:xfrm>
            <a:off x="4165600" y="6243638"/>
            <a:ext cx="3860800" cy="457200"/>
          </a:xfrm>
        </p:spPr>
        <p:txBody>
          <a:bodyPr/>
          <a:lstStyle>
            <a:lvl1pPr>
              <a:defRPr/>
            </a:lvl1pPr>
          </a:lstStyle>
          <a:p>
            <a:endParaRPr lang="en-US" altLang="zh-CN"/>
          </a:p>
        </p:txBody>
      </p:sp>
      <p:sp>
        <p:nvSpPr>
          <p:cNvPr id="9" name="Rectangle 6">
            <a:extLst>
              <a:ext uri="{FF2B5EF4-FFF2-40B4-BE49-F238E27FC236}">
                <a16:creationId xmlns:a16="http://schemas.microsoft.com/office/drawing/2014/main" id="{14F7D515-95F9-8D7B-8659-E9E708023626}"/>
              </a:ext>
            </a:extLst>
          </p:cNvPr>
          <p:cNvSpPr>
            <a:spLocks noGrp="1" noChangeArrowheads="1"/>
          </p:cNvSpPr>
          <p:nvPr>
            <p:ph type="sldNum" sz="quarter" idx="12"/>
          </p:nvPr>
        </p:nvSpPr>
        <p:spPr>
          <a:xfrm>
            <a:off x="8737600" y="6243638"/>
            <a:ext cx="2844800" cy="457200"/>
          </a:xfrm>
        </p:spPr>
        <p:txBody>
          <a:bodyPr/>
          <a:lstStyle>
            <a:lvl1pPr algn="r">
              <a:defRPr>
                <a:latin typeface="Garamond" panose="02020404030301010803" pitchFamily="18" charset="0"/>
              </a:defRPr>
            </a:lvl1pPr>
          </a:lstStyle>
          <a:p>
            <a:fld id="{F8DB0090-CCE0-424F-BEFB-0B660B918A4C}" type="slidenum">
              <a:rPr lang="en-US" altLang="zh-CN"/>
              <a:pPr/>
              <a:t>‹#›</a:t>
            </a:fld>
            <a:endParaRPr lang="en-US" altLang="zh-CN"/>
          </a:p>
        </p:txBody>
      </p:sp>
    </p:spTree>
    <p:extLst>
      <p:ext uri="{BB962C8B-B14F-4D97-AF65-F5344CB8AC3E}">
        <p14:creationId xmlns:p14="http://schemas.microsoft.com/office/powerpoint/2010/main" val="26281253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内容占位符 2"/>
          <p:cNvSpPr>
            <a:spLocks noGrp="1"/>
          </p:cNvSpPr>
          <p:nvPr>
            <p:ph idx="1"/>
          </p:nvPr>
        </p:nvSpPr>
        <p:spPr/>
        <p:txBody>
          <a:bodyPr/>
          <a:lstStyle/>
          <a:p>
            <a:pPr lvl="0"/>
            <a:r>
              <a:rPr lang="en-US" altLang="zh-CN"/>
              <a:t>Click to edit Master text styles
</a:t>
            </a:r>
            <a:r>
              <a:rPr lang="zh-CN" altLang="en-US"/>
              <a:t>第二等级
第三等级
第四等级
第五等级</a:t>
            </a:r>
          </a:p>
        </p:txBody>
      </p:sp>
      <p:sp>
        <p:nvSpPr>
          <p:cNvPr id="4" name="Rectangle 4">
            <a:extLst>
              <a:ext uri="{FF2B5EF4-FFF2-40B4-BE49-F238E27FC236}">
                <a16:creationId xmlns:a16="http://schemas.microsoft.com/office/drawing/2014/main" id="{D55302EB-B005-ABF5-D6BA-5D0672291773}"/>
              </a:ext>
            </a:extLst>
          </p:cNvPr>
          <p:cNvSpPr>
            <a:spLocks noGrp="1" noChangeArrowheads="1"/>
          </p:cNvSpPr>
          <p:nvPr>
            <p:ph type="dt" sz="half" idx="10"/>
          </p:nvPr>
        </p:nvSpPr>
        <p:spPr>
          <a:ln/>
        </p:spPr>
        <p:txBody>
          <a:bodyPr/>
          <a:lstStyle>
            <a:lvl1pPr>
              <a:defRPr/>
            </a:lvl1pPr>
          </a:lstStyle>
          <a:p>
            <a:fld id="{C6A64845-F192-42DE-A3D3-AC7DCB2FE533}" type="datetime1">
              <a:rPr lang="zh-CN" altLang="en-US"/>
              <a:pPr/>
              <a:t>2024/12/18</a:t>
            </a:fld>
            <a:endParaRPr lang="en-US" altLang="zh-CN"/>
          </a:p>
        </p:txBody>
      </p:sp>
      <p:sp>
        <p:nvSpPr>
          <p:cNvPr id="5" name="Rectangle 5">
            <a:extLst>
              <a:ext uri="{FF2B5EF4-FFF2-40B4-BE49-F238E27FC236}">
                <a16:creationId xmlns:a16="http://schemas.microsoft.com/office/drawing/2014/main" id="{98684695-442E-EC74-21FF-DC4240439F2E}"/>
              </a:ext>
            </a:extLst>
          </p:cNvPr>
          <p:cNvSpPr>
            <a:spLocks noGrp="1" noChangeArrowheads="1"/>
          </p:cNvSpPr>
          <p:nvPr>
            <p:ph type="ftr" sz="quarter" idx="11"/>
          </p:nvPr>
        </p:nvSpPr>
        <p:spPr>
          <a:ln/>
        </p:spPr>
        <p:txBody>
          <a:bodyPr/>
          <a:lstStyle>
            <a:lvl1pPr>
              <a:defRPr/>
            </a:lvl1pPr>
          </a:lstStyle>
          <a:p>
            <a:endParaRPr lang="en-US" altLang="zh-CN"/>
          </a:p>
        </p:txBody>
      </p:sp>
      <p:sp>
        <p:nvSpPr>
          <p:cNvPr id="6" name="Rectangle 6">
            <a:extLst>
              <a:ext uri="{FF2B5EF4-FFF2-40B4-BE49-F238E27FC236}">
                <a16:creationId xmlns:a16="http://schemas.microsoft.com/office/drawing/2014/main" id="{A4641753-D97C-2664-3DAA-6ECD438B48C1}"/>
              </a:ext>
            </a:extLst>
          </p:cNvPr>
          <p:cNvSpPr>
            <a:spLocks noGrp="1" noChangeArrowheads="1"/>
          </p:cNvSpPr>
          <p:nvPr>
            <p:ph type="sldNum" sz="quarter" idx="12"/>
          </p:nvPr>
        </p:nvSpPr>
        <p:spPr>
          <a:ln/>
        </p:spPr>
        <p:txBody>
          <a:bodyPr/>
          <a:lstStyle>
            <a:lvl1pPr>
              <a:defRPr/>
            </a:lvl1pPr>
          </a:lstStyle>
          <a:p>
            <a:fld id="{C048E90F-9FF1-4583-BFC4-B09D2146663A}" type="slidenum">
              <a:rPr lang="en-US" altLang="zh-CN"/>
              <a:pPr/>
              <a:t>‹#›</a:t>
            </a:fld>
            <a:endParaRPr lang="en-US" altLang="zh-CN"/>
          </a:p>
        </p:txBody>
      </p:sp>
    </p:spTree>
    <p:extLst>
      <p:ext uri="{BB962C8B-B14F-4D97-AF65-F5344CB8AC3E}">
        <p14:creationId xmlns:p14="http://schemas.microsoft.com/office/powerpoint/2010/main" val="38389474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lstStyle>
            <a:lvl1pPr algn="l">
              <a:defRPr sz="4000" b="1" cap="all"/>
            </a:lvl1pPr>
          </a:lstStyle>
          <a:p>
            <a:r>
              <a:rPr lang="en-US" altLang="zh-CN"/>
              <a:t>Click to edit Master title style</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
</a:t>
            </a:r>
            <a:r>
              <a:rPr lang="zh-CN" altLang="en-US"/>
              <a:t>第二等级
第三等级
第四等级
第五等级</a:t>
            </a:r>
          </a:p>
        </p:txBody>
      </p:sp>
      <p:sp>
        <p:nvSpPr>
          <p:cNvPr id="4" name="Rectangle 4">
            <a:extLst>
              <a:ext uri="{FF2B5EF4-FFF2-40B4-BE49-F238E27FC236}">
                <a16:creationId xmlns:a16="http://schemas.microsoft.com/office/drawing/2014/main" id="{9B6F1AD0-DEE9-8EDD-7E55-5E86DB61463A}"/>
              </a:ext>
            </a:extLst>
          </p:cNvPr>
          <p:cNvSpPr>
            <a:spLocks noGrp="1" noChangeArrowheads="1"/>
          </p:cNvSpPr>
          <p:nvPr>
            <p:ph type="dt" sz="half" idx="10"/>
          </p:nvPr>
        </p:nvSpPr>
        <p:spPr>
          <a:ln/>
        </p:spPr>
        <p:txBody>
          <a:bodyPr/>
          <a:lstStyle>
            <a:lvl1pPr>
              <a:defRPr/>
            </a:lvl1pPr>
          </a:lstStyle>
          <a:p>
            <a:fld id="{FA6CBC91-40EB-4528-B3EA-DE852A09A186}" type="datetime1">
              <a:rPr lang="zh-CN" altLang="en-US"/>
              <a:pPr/>
              <a:t>2024/12/18</a:t>
            </a:fld>
            <a:endParaRPr lang="en-US" altLang="zh-CN"/>
          </a:p>
        </p:txBody>
      </p:sp>
      <p:sp>
        <p:nvSpPr>
          <p:cNvPr id="5" name="Rectangle 5">
            <a:extLst>
              <a:ext uri="{FF2B5EF4-FFF2-40B4-BE49-F238E27FC236}">
                <a16:creationId xmlns:a16="http://schemas.microsoft.com/office/drawing/2014/main" id="{F71E6E47-333D-AA57-E86B-BFB09998CE7B}"/>
              </a:ext>
            </a:extLst>
          </p:cNvPr>
          <p:cNvSpPr>
            <a:spLocks noGrp="1" noChangeArrowheads="1"/>
          </p:cNvSpPr>
          <p:nvPr>
            <p:ph type="ftr" sz="quarter" idx="11"/>
          </p:nvPr>
        </p:nvSpPr>
        <p:spPr>
          <a:ln/>
        </p:spPr>
        <p:txBody>
          <a:bodyPr/>
          <a:lstStyle>
            <a:lvl1pPr>
              <a:defRPr/>
            </a:lvl1pPr>
          </a:lstStyle>
          <a:p>
            <a:endParaRPr lang="en-US" altLang="zh-CN"/>
          </a:p>
        </p:txBody>
      </p:sp>
      <p:sp>
        <p:nvSpPr>
          <p:cNvPr id="6" name="Rectangle 6">
            <a:extLst>
              <a:ext uri="{FF2B5EF4-FFF2-40B4-BE49-F238E27FC236}">
                <a16:creationId xmlns:a16="http://schemas.microsoft.com/office/drawing/2014/main" id="{D2B5BA90-CA69-3896-5DCE-F42B8B1D30AA}"/>
              </a:ext>
            </a:extLst>
          </p:cNvPr>
          <p:cNvSpPr>
            <a:spLocks noGrp="1" noChangeArrowheads="1"/>
          </p:cNvSpPr>
          <p:nvPr>
            <p:ph type="sldNum" sz="quarter" idx="12"/>
          </p:nvPr>
        </p:nvSpPr>
        <p:spPr>
          <a:ln/>
        </p:spPr>
        <p:txBody>
          <a:bodyPr/>
          <a:lstStyle>
            <a:lvl1pPr>
              <a:defRPr/>
            </a:lvl1pPr>
          </a:lstStyle>
          <a:p>
            <a:fld id="{91DB2637-31EA-4BEF-867B-4E8EF85A63E1}" type="slidenum">
              <a:rPr lang="en-US" altLang="zh-CN"/>
              <a:pPr/>
              <a:t>‹#›</a:t>
            </a:fld>
            <a:endParaRPr lang="en-US" altLang="zh-CN"/>
          </a:p>
        </p:txBody>
      </p:sp>
    </p:spTree>
    <p:extLst>
      <p:ext uri="{BB962C8B-B14F-4D97-AF65-F5344CB8AC3E}">
        <p14:creationId xmlns:p14="http://schemas.microsoft.com/office/powerpoint/2010/main" val="14775067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内容占位符 2"/>
          <p:cNvSpPr>
            <a:spLocks noGrp="1"/>
          </p:cNvSpPr>
          <p:nvPr>
            <p:ph sz="half" idx="1"/>
          </p:nvPr>
        </p:nvSpPr>
        <p:spPr>
          <a:xfrm>
            <a:off x="609600" y="1052513"/>
            <a:ext cx="5384800"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
</a:t>
            </a:r>
            <a:r>
              <a:rPr lang="zh-CN" altLang="en-US"/>
              <a:t>第二等级
第三等级
第四等级
第五等级</a:t>
            </a:r>
          </a:p>
        </p:txBody>
      </p:sp>
      <p:sp>
        <p:nvSpPr>
          <p:cNvPr id="4" name="内容占位符 3"/>
          <p:cNvSpPr>
            <a:spLocks noGrp="1"/>
          </p:cNvSpPr>
          <p:nvPr>
            <p:ph sz="half" idx="2"/>
          </p:nvPr>
        </p:nvSpPr>
        <p:spPr>
          <a:xfrm>
            <a:off x="6197600" y="1052513"/>
            <a:ext cx="5384800"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
</a:t>
            </a:r>
            <a:r>
              <a:rPr lang="zh-CN" altLang="en-US"/>
              <a:t>第二等级
第三等级
第四等级
第五等级</a:t>
            </a:r>
          </a:p>
        </p:txBody>
      </p:sp>
      <p:sp>
        <p:nvSpPr>
          <p:cNvPr id="5" name="Rectangle 4">
            <a:extLst>
              <a:ext uri="{FF2B5EF4-FFF2-40B4-BE49-F238E27FC236}">
                <a16:creationId xmlns:a16="http://schemas.microsoft.com/office/drawing/2014/main" id="{96EE7719-7133-E046-BE6C-968D5F5EEC82}"/>
              </a:ext>
            </a:extLst>
          </p:cNvPr>
          <p:cNvSpPr>
            <a:spLocks noGrp="1" noChangeArrowheads="1"/>
          </p:cNvSpPr>
          <p:nvPr>
            <p:ph type="dt" sz="half" idx="10"/>
          </p:nvPr>
        </p:nvSpPr>
        <p:spPr>
          <a:ln/>
        </p:spPr>
        <p:txBody>
          <a:bodyPr/>
          <a:lstStyle>
            <a:lvl1pPr>
              <a:defRPr/>
            </a:lvl1pPr>
          </a:lstStyle>
          <a:p>
            <a:fld id="{5F254771-6968-41F2-B096-2CE1FF3149F4}" type="datetime1">
              <a:rPr lang="zh-CN" altLang="en-US"/>
              <a:pPr/>
              <a:t>2024/12/18</a:t>
            </a:fld>
            <a:endParaRPr lang="en-US" altLang="zh-CN"/>
          </a:p>
        </p:txBody>
      </p:sp>
      <p:sp>
        <p:nvSpPr>
          <p:cNvPr id="6" name="Rectangle 5">
            <a:extLst>
              <a:ext uri="{FF2B5EF4-FFF2-40B4-BE49-F238E27FC236}">
                <a16:creationId xmlns:a16="http://schemas.microsoft.com/office/drawing/2014/main" id="{16C21A0A-D0F0-2867-A68A-DEF8586C5A39}"/>
              </a:ext>
            </a:extLst>
          </p:cNvPr>
          <p:cNvSpPr>
            <a:spLocks noGrp="1" noChangeArrowheads="1"/>
          </p:cNvSpPr>
          <p:nvPr>
            <p:ph type="ftr" sz="quarter" idx="11"/>
          </p:nvPr>
        </p:nvSpPr>
        <p:spPr>
          <a:ln/>
        </p:spPr>
        <p:txBody>
          <a:bodyPr/>
          <a:lstStyle>
            <a:lvl1pPr>
              <a:defRPr/>
            </a:lvl1pPr>
          </a:lstStyle>
          <a:p>
            <a:endParaRPr lang="en-US" altLang="zh-CN"/>
          </a:p>
        </p:txBody>
      </p:sp>
      <p:sp>
        <p:nvSpPr>
          <p:cNvPr id="7" name="Rectangle 6">
            <a:extLst>
              <a:ext uri="{FF2B5EF4-FFF2-40B4-BE49-F238E27FC236}">
                <a16:creationId xmlns:a16="http://schemas.microsoft.com/office/drawing/2014/main" id="{B19DB561-AF1C-1CFF-5805-455B85C448A5}"/>
              </a:ext>
            </a:extLst>
          </p:cNvPr>
          <p:cNvSpPr>
            <a:spLocks noGrp="1" noChangeArrowheads="1"/>
          </p:cNvSpPr>
          <p:nvPr>
            <p:ph type="sldNum" sz="quarter" idx="12"/>
          </p:nvPr>
        </p:nvSpPr>
        <p:spPr>
          <a:ln/>
        </p:spPr>
        <p:txBody>
          <a:bodyPr/>
          <a:lstStyle>
            <a:lvl1pPr>
              <a:defRPr/>
            </a:lvl1pPr>
          </a:lstStyle>
          <a:p>
            <a:fld id="{07BF8F54-6366-4E13-B8FF-5898BD8BD25E}" type="slidenum">
              <a:rPr lang="en-US" altLang="zh-CN"/>
              <a:pPr/>
              <a:t>‹#›</a:t>
            </a:fld>
            <a:endParaRPr lang="en-US" altLang="zh-CN"/>
          </a:p>
        </p:txBody>
      </p:sp>
    </p:spTree>
    <p:extLst>
      <p:ext uri="{BB962C8B-B14F-4D97-AF65-F5344CB8AC3E}">
        <p14:creationId xmlns:p14="http://schemas.microsoft.com/office/powerpoint/2010/main" val="6254171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en-US" altLang="zh-CN"/>
              <a:t>Click to edit Master title style</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
</a:t>
            </a:r>
            <a:r>
              <a:rPr lang="zh-CN" altLang="en-US"/>
              <a:t>第二等级
第三等级
第四等级
第五等级</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
</a:t>
            </a:r>
            <a:r>
              <a:rPr lang="zh-CN" altLang="en-US"/>
              <a:t>第二等级
第三等级
第四等级
第五等级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
</a:t>
            </a:r>
            <a:r>
              <a:rPr lang="zh-CN" altLang="en-US"/>
              <a:t>第二等级
第三等级
第四等级
第五等级</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
</a:t>
            </a:r>
            <a:r>
              <a:rPr lang="zh-CN" altLang="en-US"/>
              <a:t>第二等级
第三等级
第四等级
第五等级</a:t>
            </a:r>
          </a:p>
        </p:txBody>
      </p:sp>
      <p:sp>
        <p:nvSpPr>
          <p:cNvPr id="7" name="Rectangle 4">
            <a:extLst>
              <a:ext uri="{FF2B5EF4-FFF2-40B4-BE49-F238E27FC236}">
                <a16:creationId xmlns:a16="http://schemas.microsoft.com/office/drawing/2014/main" id="{AC2A6579-601A-18DF-BCC9-A5C0DE2C8C7B}"/>
              </a:ext>
            </a:extLst>
          </p:cNvPr>
          <p:cNvSpPr>
            <a:spLocks noGrp="1" noChangeArrowheads="1"/>
          </p:cNvSpPr>
          <p:nvPr>
            <p:ph type="dt" sz="half" idx="10"/>
          </p:nvPr>
        </p:nvSpPr>
        <p:spPr>
          <a:ln/>
        </p:spPr>
        <p:txBody>
          <a:bodyPr/>
          <a:lstStyle>
            <a:lvl1pPr>
              <a:defRPr/>
            </a:lvl1pPr>
          </a:lstStyle>
          <a:p>
            <a:fld id="{A520AAD9-0EEC-4C4D-AFC1-F5B77F391D89}" type="datetime1">
              <a:rPr lang="zh-CN" altLang="en-US"/>
              <a:pPr/>
              <a:t>2024/12/18</a:t>
            </a:fld>
            <a:endParaRPr lang="en-US" altLang="zh-CN"/>
          </a:p>
        </p:txBody>
      </p:sp>
      <p:sp>
        <p:nvSpPr>
          <p:cNvPr id="8" name="Rectangle 5">
            <a:extLst>
              <a:ext uri="{FF2B5EF4-FFF2-40B4-BE49-F238E27FC236}">
                <a16:creationId xmlns:a16="http://schemas.microsoft.com/office/drawing/2014/main" id="{2359B9A6-7D3A-E4F1-92D6-E4C2C132CB77}"/>
              </a:ext>
            </a:extLst>
          </p:cNvPr>
          <p:cNvSpPr>
            <a:spLocks noGrp="1" noChangeArrowheads="1"/>
          </p:cNvSpPr>
          <p:nvPr>
            <p:ph type="ftr" sz="quarter" idx="11"/>
          </p:nvPr>
        </p:nvSpPr>
        <p:spPr>
          <a:ln/>
        </p:spPr>
        <p:txBody>
          <a:bodyPr/>
          <a:lstStyle>
            <a:lvl1pPr>
              <a:defRPr/>
            </a:lvl1pPr>
          </a:lstStyle>
          <a:p>
            <a:endParaRPr lang="en-US" altLang="zh-CN"/>
          </a:p>
        </p:txBody>
      </p:sp>
      <p:sp>
        <p:nvSpPr>
          <p:cNvPr id="9" name="Rectangle 6">
            <a:extLst>
              <a:ext uri="{FF2B5EF4-FFF2-40B4-BE49-F238E27FC236}">
                <a16:creationId xmlns:a16="http://schemas.microsoft.com/office/drawing/2014/main" id="{CDA44579-57FB-47DD-50C1-0D6175D9D277}"/>
              </a:ext>
            </a:extLst>
          </p:cNvPr>
          <p:cNvSpPr>
            <a:spLocks noGrp="1" noChangeArrowheads="1"/>
          </p:cNvSpPr>
          <p:nvPr>
            <p:ph type="sldNum" sz="quarter" idx="12"/>
          </p:nvPr>
        </p:nvSpPr>
        <p:spPr>
          <a:ln/>
        </p:spPr>
        <p:txBody>
          <a:bodyPr/>
          <a:lstStyle>
            <a:lvl1pPr>
              <a:defRPr/>
            </a:lvl1pPr>
          </a:lstStyle>
          <a:p>
            <a:fld id="{0F999512-E6ED-446F-BA53-ED676BB25B79}" type="slidenum">
              <a:rPr lang="en-US" altLang="zh-CN"/>
              <a:pPr/>
              <a:t>‹#›</a:t>
            </a:fld>
            <a:endParaRPr lang="en-US" altLang="zh-CN"/>
          </a:p>
        </p:txBody>
      </p:sp>
    </p:spTree>
    <p:extLst>
      <p:ext uri="{BB962C8B-B14F-4D97-AF65-F5344CB8AC3E}">
        <p14:creationId xmlns:p14="http://schemas.microsoft.com/office/powerpoint/2010/main" val="34901069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Rectangle 4">
            <a:extLst>
              <a:ext uri="{FF2B5EF4-FFF2-40B4-BE49-F238E27FC236}">
                <a16:creationId xmlns:a16="http://schemas.microsoft.com/office/drawing/2014/main" id="{8A091CD2-F443-18CA-A3B7-F0E97765C505}"/>
              </a:ext>
            </a:extLst>
          </p:cNvPr>
          <p:cNvSpPr>
            <a:spLocks noGrp="1" noChangeArrowheads="1"/>
          </p:cNvSpPr>
          <p:nvPr>
            <p:ph type="dt" sz="half" idx="10"/>
          </p:nvPr>
        </p:nvSpPr>
        <p:spPr>
          <a:ln/>
        </p:spPr>
        <p:txBody>
          <a:bodyPr/>
          <a:lstStyle>
            <a:lvl1pPr>
              <a:defRPr/>
            </a:lvl1pPr>
          </a:lstStyle>
          <a:p>
            <a:fld id="{C5DDDE48-0513-4975-B36B-1A93E82A64A2}" type="datetime1">
              <a:rPr lang="zh-CN" altLang="en-US"/>
              <a:pPr/>
              <a:t>2024/12/18</a:t>
            </a:fld>
            <a:endParaRPr lang="en-US" altLang="zh-CN"/>
          </a:p>
        </p:txBody>
      </p:sp>
      <p:sp>
        <p:nvSpPr>
          <p:cNvPr id="4" name="Rectangle 5">
            <a:extLst>
              <a:ext uri="{FF2B5EF4-FFF2-40B4-BE49-F238E27FC236}">
                <a16:creationId xmlns:a16="http://schemas.microsoft.com/office/drawing/2014/main" id="{8256AFF8-152B-6785-D075-D41BDFF828B0}"/>
              </a:ext>
            </a:extLst>
          </p:cNvPr>
          <p:cNvSpPr>
            <a:spLocks noGrp="1" noChangeArrowheads="1"/>
          </p:cNvSpPr>
          <p:nvPr>
            <p:ph type="ftr" sz="quarter" idx="11"/>
          </p:nvPr>
        </p:nvSpPr>
        <p:spPr>
          <a:ln/>
        </p:spPr>
        <p:txBody>
          <a:bodyPr/>
          <a:lstStyle>
            <a:lvl1pPr>
              <a:defRPr/>
            </a:lvl1pPr>
          </a:lstStyle>
          <a:p>
            <a:endParaRPr lang="en-US" altLang="zh-CN"/>
          </a:p>
        </p:txBody>
      </p:sp>
      <p:sp>
        <p:nvSpPr>
          <p:cNvPr id="5" name="Rectangle 6">
            <a:extLst>
              <a:ext uri="{FF2B5EF4-FFF2-40B4-BE49-F238E27FC236}">
                <a16:creationId xmlns:a16="http://schemas.microsoft.com/office/drawing/2014/main" id="{B944E702-674B-0FB8-4ABA-40E4A0D76AA3}"/>
              </a:ext>
            </a:extLst>
          </p:cNvPr>
          <p:cNvSpPr>
            <a:spLocks noGrp="1" noChangeArrowheads="1"/>
          </p:cNvSpPr>
          <p:nvPr>
            <p:ph type="sldNum" sz="quarter" idx="12"/>
          </p:nvPr>
        </p:nvSpPr>
        <p:spPr>
          <a:ln/>
        </p:spPr>
        <p:txBody>
          <a:bodyPr/>
          <a:lstStyle>
            <a:lvl1pPr>
              <a:defRPr/>
            </a:lvl1pPr>
          </a:lstStyle>
          <a:p>
            <a:fld id="{B5F8D977-BDFE-4B69-A8DD-3083FC445FAA}" type="slidenum">
              <a:rPr lang="en-US" altLang="zh-CN"/>
              <a:pPr/>
              <a:t>‹#›</a:t>
            </a:fld>
            <a:endParaRPr lang="en-US" altLang="zh-CN"/>
          </a:p>
        </p:txBody>
      </p:sp>
    </p:spTree>
    <p:extLst>
      <p:ext uri="{BB962C8B-B14F-4D97-AF65-F5344CB8AC3E}">
        <p14:creationId xmlns:p14="http://schemas.microsoft.com/office/powerpoint/2010/main" val="35038157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3EB476BD-8038-2E96-85F3-309B2A08E1AD}"/>
              </a:ext>
            </a:extLst>
          </p:cNvPr>
          <p:cNvSpPr>
            <a:spLocks noGrp="1" noChangeArrowheads="1"/>
          </p:cNvSpPr>
          <p:nvPr>
            <p:ph type="dt" sz="half" idx="10"/>
          </p:nvPr>
        </p:nvSpPr>
        <p:spPr>
          <a:ln/>
        </p:spPr>
        <p:txBody>
          <a:bodyPr/>
          <a:lstStyle>
            <a:lvl1pPr>
              <a:defRPr/>
            </a:lvl1pPr>
          </a:lstStyle>
          <a:p>
            <a:fld id="{D8D414E1-0150-451D-8D99-64CE7A9B47F4}" type="datetime1">
              <a:rPr lang="zh-CN" altLang="en-US"/>
              <a:pPr/>
              <a:t>2024/12/18</a:t>
            </a:fld>
            <a:endParaRPr lang="en-US" altLang="zh-CN"/>
          </a:p>
        </p:txBody>
      </p:sp>
      <p:sp>
        <p:nvSpPr>
          <p:cNvPr id="3" name="Rectangle 5">
            <a:extLst>
              <a:ext uri="{FF2B5EF4-FFF2-40B4-BE49-F238E27FC236}">
                <a16:creationId xmlns:a16="http://schemas.microsoft.com/office/drawing/2014/main" id="{7A87A9AB-736B-EEC8-77B5-7093579CBD59}"/>
              </a:ext>
            </a:extLst>
          </p:cNvPr>
          <p:cNvSpPr>
            <a:spLocks noGrp="1" noChangeArrowheads="1"/>
          </p:cNvSpPr>
          <p:nvPr>
            <p:ph type="ftr" sz="quarter" idx="11"/>
          </p:nvPr>
        </p:nvSpPr>
        <p:spPr>
          <a:ln/>
        </p:spPr>
        <p:txBody>
          <a:bodyPr/>
          <a:lstStyle>
            <a:lvl1pPr>
              <a:defRPr/>
            </a:lvl1pPr>
          </a:lstStyle>
          <a:p>
            <a:endParaRPr lang="en-US" altLang="zh-CN"/>
          </a:p>
        </p:txBody>
      </p:sp>
      <p:sp>
        <p:nvSpPr>
          <p:cNvPr id="4" name="Rectangle 6">
            <a:extLst>
              <a:ext uri="{FF2B5EF4-FFF2-40B4-BE49-F238E27FC236}">
                <a16:creationId xmlns:a16="http://schemas.microsoft.com/office/drawing/2014/main" id="{31FDAD15-A7DE-8135-EA0C-7CC31822680B}"/>
              </a:ext>
            </a:extLst>
          </p:cNvPr>
          <p:cNvSpPr>
            <a:spLocks noGrp="1" noChangeArrowheads="1"/>
          </p:cNvSpPr>
          <p:nvPr>
            <p:ph type="sldNum" sz="quarter" idx="12"/>
          </p:nvPr>
        </p:nvSpPr>
        <p:spPr>
          <a:ln/>
        </p:spPr>
        <p:txBody>
          <a:bodyPr/>
          <a:lstStyle>
            <a:lvl1pPr>
              <a:defRPr/>
            </a:lvl1pPr>
          </a:lstStyle>
          <a:p>
            <a:fld id="{A75432B6-884E-4E35-9A66-B57EF7EEE5C6}" type="slidenum">
              <a:rPr lang="en-US" altLang="zh-CN"/>
              <a:pPr/>
              <a:t>‹#›</a:t>
            </a:fld>
            <a:endParaRPr lang="en-US" altLang="zh-CN"/>
          </a:p>
        </p:txBody>
      </p:sp>
    </p:spTree>
    <p:extLst>
      <p:ext uri="{BB962C8B-B14F-4D97-AF65-F5344CB8AC3E}">
        <p14:creationId xmlns:p14="http://schemas.microsoft.com/office/powerpoint/2010/main" val="42775424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en-US" altLang="zh-CN"/>
              <a:t>Click to edit Master title style</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
</a:t>
            </a:r>
            <a:r>
              <a:rPr lang="zh-CN" altLang="en-US"/>
              <a:t>第二等级
第三等级
第四等级
第五等级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
</a:t>
            </a:r>
            <a:r>
              <a:rPr lang="zh-CN" altLang="en-US"/>
              <a:t>第二等级
第三等级
第四等级
第五等级</a:t>
            </a:r>
          </a:p>
        </p:txBody>
      </p:sp>
      <p:sp>
        <p:nvSpPr>
          <p:cNvPr id="5" name="Rectangle 4">
            <a:extLst>
              <a:ext uri="{FF2B5EF4-FFF2-40B4-BE49-F238E27FC236}">
                <a16:creationId xmlns:a16="http://schemas.microsoft.com/office/drawing/2014/main" id="{31247ABD-BC43-7C11-26C8-EC4E10C37988}"/>
              </a:ext>
            </a:extLst>
          </p:cNvPr>
          <p:cNvSpPr>
            <a:spLocks noGrp="1" noChangeArrowheads="1"/>
          </p:cNvSpPr>
          <p:nvPr>
            <p:ph type="dt" sz="half" idx="10"/>
          </p:nvPr>
        </p:nvSpPr>
        <p:spPr>
          <a:ln/>
        </p:spPr>
        <p:txBody>
          <a:bodyPr/>
          <a:lstStyle>
            <a:lvl1pPr>
              <a:defRPr/>
            </a:lvl1pPr>
          </a:lstStyle>
          <a:p>
            <a:fld id="{A42E887F-5A63-4972-9425-FB128B61E31C}" type="datetime1">
              <a:rPr lang="zh-CN" altLang="en-US"/>
              <a:pPr/>
              <a:t>2024/12/18</a:t>
            </a:fld>
            <a:endParaRPr lang="en-US" altLang="zh-CN"/>
          </a:p>
        </p:txBody>
      </p:sp>
      <p:sp>
        <p:nvSpPr>
          <p:cNvPr id="6" name="Rectangle 5">
            <a:extLst>
              <a:ext uri="{FF2B5EF4-FFF2-40B4-BE49-F238E27FC236}">
                <a16:creationId xmlns:a16="http://schemas.microsoft.com/office/drawing/2014/main" id="{65336BE8-A884-EB9B-D9A5-6AB58A2F4A57}"/>
              </a:ext>
            </a:extLst>
          </p:cNvPr>
          <p:cNvSpPr>
            <a:spLocks noGrp="1" noChangeArrowheads="1"/>
          </p:cNvSpPr>
          <p:nvPr>
            <p:ph type="ftr" sz="quarter" idx="11"/>
          </p:nvPr>
        </p:nvSpPr>
        <p:spPr>
          <a:ln/>
        </p:spPr>
        <p:txBody>
          <a:bodyPr/>
          <a:lstStyle>
            <a:lvl1pPr>
              <a:defRPr/>
            </a:lvl1pPr>
          </a:lstStyle>
          <a:p>
            <a:endParaRPr lang="en-US" altLang="zh-CN"/>
          </a:p>
        </p:txBody>
      </p:sp>
      <p:sp>
        <p:nvSpPr>
          <p:cNvPr id="7" name="Rectangle 6">
            <a:extLst>
              <a:ext uri="{FF2B5EF4-FFF2-40B4-BE49-F238E27FC236}">
                <a16:creationId xmlns:a16="http://schemas.microsoft.com/office/drawing/2014/main" id="{DB2C2337-367F-F016-C03E-83643769AB25}"/>
              </a:ext>
            </a:extLst>
          </p:cNvPr>
          <p:cNvSpPr>
            <a:spLocks noGrp="1" noChangeArrowheads="1"/>
          </p:cNvSpPr>
          <p:nvPr>
            <p:ph type="sldNum" sz="quarter" idx="12"/>
          </p:nvPr>
        </p:nvSpPr>
        <p:spPr>
          <a:ln/>
        </p:spPr>
        <p:txBody>
          <a:bodyPr/>
          <a:lstStyle>
            <a:lvl1pPr>
              <a:defRPr/>
            </a:lvl1pPr>
          </a:lstStyle>
          <a:p>
            <a:fld id="{AE5F3A25-3F02-4027-BE4C-39C656106D3F}" type="slidenum">
              <a:rPr lang="en-US" altLang="zh-CN"/>
              <a:pPr/>
              <a:t>‹#›</a:t>
            </a:fld>
            <a:endParaRPr lang="en-US" altLang="zh-CN"/>
          </a:p>
        </p:txBody>
      </p:sp>
    </p:spTree>
    <p:extLst>
      <p:ext uri="{BB962C8B-B14F-4D97-AF65-F5344CB8AC3E}">
        <p14:creationId xmlns:p14="http://schemas.microsoft.com/office/powerpoint/2010/main" val="14672609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en-US" altLang="zh-CN"/>
              <a:t>Click to edit Master title style</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CN" noProof="0"/>
              <a:t>Drag picture to placeholder or click icon to add</a:t>
            </a:r>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
</a:t>
            </a:r>
            <a:r>
              <a:rPr lang="zh-CN" altLang="en-US"/>
              <a:t>第二等级
第三等级
第四等级
第五等级</a:t>
            </a:r>
          </a:p>
        </p:txBody>
      </p:sp>
      <p:sp>
        <p:nvSpPr>
          <p:cNvPr id="5" name="Rectangle 4">
            <a:extLst>
              <a:ext uri="{FF2B5EF4-FFF2-40B4-BE49-F238E27FC236}">
                <a16:creationId xmlns:a16="http://schemas.microsoft.com/office/drawing/2014/main" id="{C16E9EAC-9DF9-D04A-0F87-1D48A5B02A55}"/>
              </a:ext>
            </a:extLst>
          </p:cNvPr>
          <p:cNvSpPr>
            <a:spLocks noGrp="1" noChangeArrowheads="1"/>
          </p:cNvSpPr>
          <p:nvPr>
            <p:ph type="dt" sz="half" idx="10"/>
          </p:nvPr>
        </p:nvSpPr>
        <p:spPr>
          <a:ln/>
        </p:spPr>
        <p:txBody>
          <a:bodyPr/>
          <a:lstStyle>
            <a:lvl1pPr>
              <a:defRPr/>
            </a:lvl1pPr>
          </a:lstStyle>
          <a:p>
            <a:fld id="{D4F20164-05B7-44DA-8709-5DC9F25E0DB0}" type="datetime1">
              <a:rPr lang="zh-CN" altLang="en-US"/>
              <a:pPr/>
              <a:t>2024/12/18</a:t>
            </a:fld>
            <a:endParaRPr lang="en-US" altLang="zh-CN"/>
          </a:p>
        </p:txBody>
      </p:sp>
      <p:sp>
        <p:nvSpPr>
          <p:cNvPr id="6" name="Rectangle 5">
            <a:extLst>
              <a:ext uri="{FF2B5EF4-FFF2-40B4-BE49-F238E27FC236}">
                <a16:creationId xmlns:a16="http://schemas.microsoft.com/office/drawing/2014/main" id="{06D55E48-0F4D-B176-3587-98A69DD53C85}"/>
              </a:ext>
            </a:extLst>
          </p:cNvPr>
          <p:cNvSpPr>
            <a:spLocks noGrp="1" noChangeArrowheads="1"/>
          </p:cNvSpPr>
          <p:nvPr>
            <p:ph type="ftr" sz="quarter" idx="11"/>
          </p:nvPr>
        </p:nvSpPr>
        <p:spPr>
          <a:ln/>
        </p:spPr>
        <p:txBody>
          <a:bodyPr/>
          <a:lstStyle>
            <a:lvl1pPr>
              <a:defRPr/>
            </a:lvl1pPr>
          </a:lstStyle>
          <a:p>
            <a:endParaRPr lang="en-US" altLang="zh-CN"/>
          </a:p>
        </p:txBody>
      </p:sp>
      <p:sp>
        <p:nvSpPr>
          <p:cNvPr id="7" name="Rectangle 6">
            <a:extLst>
              <a:ext uri="{FF2B5EF4-FFF2-40B4-BE49-F238E27FC236}">
                <a16:creationId xmlns:a16="http://schemas.microsoft.com/office/drawing/2014/main" id="{A948AC67-01F8-2937-97F1-6A0DC66EF5E2}"/>
              </a:ext>
            </a:extLst>
          </p:cNvPr>
          <p:cNvSpPr>
            <a:spLocks noGrp="1" noChangeArrowheads="1"/>
          </p:cNvSpPr>
          <p:nvPr>
            <p:ph type="sldNum" sz="quarter" idx="12"/>
          </p:nvPr>
        </p:nvSpPr>
        <p:spPr>
          <a:ln/>
        </p:spPr>
        <p:txBody>
          <a:bodyPr/>
          <a:lstStyle>
            <a:lvl1pPr>
              <a:defRPr/>
            </a:lvl1pPr>
          </a:lstStyle>
          <a:p>
            <a:fld id="{951C102B-398D-4A5F-891A-9316CE901BE5}" type="slidenum">
              <a:rPr lang="en-US" altLang="zh-CN"/>
              <a:pPr/>
              <a:t>‹#›</a:t>
            </a:fld>
            <a:endParaRPr lang="en-US" altLang="zh-CN"/>
          </a:p>
        </p:txBody>
      </p:sp>
    </p:spTree>
    <p:extLst>
      <p:ext uri="{BB962C8B-B14F-4D97-AF65-F5344CB8AC3E}">
        <p14:creationId xmlns:p14="http://schemas.microsoft.com/office/powerpoint/2010/main" val="8645215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竖排文字占位符 2"/>
          <p:cNvSpPr>
            <a:spLocks noGrp="1"/>
          </p:cNvSpPr>
          <p:nvPr>
            <p:ph type="body" orient="vert" idx="1"/>
          </p:nvPr>
        </p:nvSpPr>
        <p:spPr/>
        <p:txBody>
          <a:bodyPr vert="eaVert"/>
          <a:lstStyle/>
          <a:p>
            <a:pPr lvl="0"/>
            <a:r>
              <a:rPr lang="en-US" altLang="zh-CN"/>
              <a:t>Click to edit Master text styles
</a:t>
            </a:r>
            <a:r>
              <a:rPr lang="zh-CN" altLang="en-US"/>
              <a:t>第二等级
第三等级
第四等级
第五等级</a:t>
            </a:r>
          </a:p>
        </p:txBody>
      </p:sp>
      <p:sp>
        <p:nvSpPr>
          <p:cNvPr id="4" name="Rectangle 4">
            <a:extLst>
              <a:ext uri="{FF2B5EF4-FFF2-40B4-BE49-F238E27FC236}">
                <a16:creationId xmlns:a16="http://schemas.microsoft.com/office/drawing/2014/main" id="{76BA0EBD-499F-E196-0013-31C7AF89DA4B}"/>
              </a:ext>
            </a:extLst>
          </p:cNvPr>
          <p:cNvSpPr>
            <a:spLocks noGrp="1" noChangeArrowheads="1"/>
          </p:cNvSpPr>
          <p:nvPr>
            <p:ph type="dt" sz="half" idx="10"/>
          </p:nvPr>
        </p:nvSpPr>
        <p:spPr>
          <a:ln/>
        </p:spPr>
        <p:txBody>
          <a:bodyPr/>
          <a:lstStyle>
            <a:lvl1pPr>
              <a:defRPr/>
            </a:lvl1pPr>
          </a:lstStyle>
          <a:p>
            <a:fld id="{EC344DBD-06E6-4AFA-8966-D07B5BDA3DE5}" type="datetime1">
              <a:rPr lang="zh-CN" altLang="en-US"/>
              <a:pPr/>
              <a:t>2024/12/18</a:t>
            </a:fld>
            <a:endParaRPr lang="en-US" altLang="zh-CN"/>
          </a:p>
        </p:txBody>
      </p:sp>
      <p:sp>
        <p:nvSpPr>
          <p:cNvPr id="5" name="Rectangle 5">
            <a:extLst>
              <a:ext uri="{FF2B5EF4-FFF2-40B4-BE49-F238E27FC236}">
                <a16:creationId xmlns:a16="http://schemas.microsoft.com/office/drawing/2014/main" id="{AF6C1137-49AF-9868-A842-464FFFA1B01C}"/>
              </a:ext>
            </a:extLst>
          </p:cNvPr>
          <p:cNvSpPr>
            <a:spLocks noGrp="1" noChangeArrowheads="1"/>
          </p:cNvSpPr>
          <p:nvPr>
            <p:ph type="ftr" sz="quarter" idx="11"/>
          </p:nvPr>
        </p:nvSpPr>
        <p:spPr>
          <a:ln/>
        </p:spPr>
        <p:txBody>
          <a:bodyPr/>
          <a:lstStyle>
            <a:lvl1pPr>
              <a:defRPr/>
            </a:lvl1pPr>
          </a:lstStyle>
          <a:p>
            <a:endParaRPr lang="en-US" altLang="zh-CN"/>
          </a:p>
        </p:txBody>
      </p:sp>
      <p:sp>
        <p:nvSpPr>
          <p:cNvPr id="6" name="Rectangle 6">
            <a:extLst>
              <a:ext uri="{FF2B5EF4-FFF2-40B4-BE49-F238E27FC236}">
                <a16:creationId xmlns:a16="http://schemas.microsoft.com/office/drawing/2014/main" id="{8CA7C7B6-6DB9-041C-411C-A93C441C1EB2}"/>
              </a:ext>
            </a:extLst>
          </p:cNvPr>
          <p:cNvSpPr>
            <a:spLocks noGrp="1" noChangeArrowheads="1"/>
          </p:cNvSpPr>
          <p:nvPr>
            <p:ph type="sldNum" sz="quarter" idx="12"/>
          </p:nvPr>
        </p:nvSpPr>
        <p:spPr>
          <a:ln/>
        </p:spPr>
        <p:txBody>
          <a:bodyPr/>
          <a:lstStyle>
            <a:lvl1pPr>
              <a:defRPr/>
            </a:lvl1pPr>
          </a:lstStyle>
          <a:p>
            <a:fld id="{C23D4171-F433-48B5-80B0-EC72CA71E7D8}" type="slidenum">
              <a:rPr lang="en-US" altLang="zh-CN"/>
              <a:pPr/>
              <a:t>‹#›</a:t>
            </a:fld>
            <a:endParaRPr lang="en-US" altLang="zh-CN"/>
          </a:p>
        </p:txBody>
      </p:sp>
    </p:spTree>
    <p:extLst>
      <p:ext uri="{BB962C8B-B14F-4D97-AF65-F5344CB8AC3E}">
        <p14:creationId xmlns:p14="http://schemas.microsoft.com/office/powerpoint/2010/main" val="9171593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7813"/>
            <a:ext cx="2743200" cy="5853112"/>
          </a:xfrm>
        </p:spPr>
        <p:txBody>
          <a:bodyPr vert="eaVert"/>
          <a:lstStyle/>
          <a:p>
            <a:r>
              <a:rPr lang="en-US" altLang="zh-CN"/>
              <a:t>Click to edit Master title style</a:t>
            </a:r>
            <a:endParaRPr lang="zh-CN" altLang="en-US"/>
          </a:p>
        </p:txBody>
      </p:sp>
      <p:sp>
        <p:nvSpPr>
          <p:cNvPr id="3" name="竖排文字占位符 2"/>
          <p:cNvSpPr>
            <a:spLocks noGrp="1"/>
          </p:cNvSpPr>
          <p:nvPr>
            <p:ph type="body" orient="vert" idx="1"/>
          </p:nvPr>
        </p:nvSpPr>
        <p:spPr>
          <a:xfrm>
            <a:off x="609600" y="277813"/>
            <a:ext cx="8026400" cy="5853112"/>
          </a:xfrm>
        </p:spPr>
        <p:txBody>
          <a:bodyPr vert="eaVert"/>
          <a:lstStyle/>
          <a:p>
            <a:pPr lvl="0"/>
            <a:r>
              <a:rPr lang="en-US" altLang="zh-CN"/>
              <a:t>Click to edit Master text styles
</a:t>
            </a:r>
            <a:r>
              <a:rPr lang="zh-CN" altLang="en-US"/>
              <a:t>第二等级
第三等级
第四等级
第五等级</a:t>
            </a:r>
          </a:p>
        </p:txBody>
      </p:sp>
      <p:sp>
        <p:nvSpPr>
          <p:cNvPr id="4" name="Rectangle 4">
            <a:extLst>
              <a:ext uri="{FF2B5EF4-FFF2-40B4-BE49-F238E27FC236}">
                <a16:creationId xmlns:a16="http://schemas.microsoft.com/office/drawing/2014/main" id="{17FF0804-B072-DE3F-5F5C-DABE9810827B}"/>
              </a:ext>
            </a:extLst>
          </p:cNvPr>
          <p:cNvSpPr>
            <a:spLocks noGrp="1" noChangeArrowheads="1"/>
          </p:cNvSpPr>
          <p:nvPr>
            <p:ph type="dt" sz="half" idx="10"/>
          </p:nvPr>
        </p:nvSpPr>
        <p:spPr>
          <a:ln/>
        </p:spPr>
        <p:txBody>
          <a:bodyPr/>
          <a:lstStyle>
            <a:lvl1pPr>
              <a:defRPr/>
            </a:lvl1pPr>
          </a:lstStyle>
          <a:p>
            <a:fld id="{DEFD6106-440F-4D0F-960A-708B92198743}" type="datetime1">
              <a:rPr lang="zh-CN" altLang="en-US"/>
              <a:pPr/>
              <a:t>2024/12/18</a:t>
            </a:fld>
            <a:endParaRPr lang="en-US" altLang="zh-CN"/>
          </a:p>
        </p:txBody>
      </p:sp>
      <p:sp>
        <p:nvSpPr>
          <p:cNvPr id="5" name="Rectangle 5">
            <a:extLst>
              <a:ext uri="{FF2B5EF4-FFF2-40B4-BE49-F238E27FC236}">
                <a16:creationId xmlns:a16="http://schemas.microsoft.com/office/drawing/2014/main" id="{FE727BE6-3E7C-F40A-D9D6-74C068215538}"/>
              </a:ext>
            </a:extLst>
          </p:cNvPr>
          <p:cNvSpPr>
            <a:spLocks noGrp="1" noChangeArrowheads="1"/>
          </p:cNvSpPr>
          <p:nvPr>
            <p:ph type="ftr" sz="quarter" idx="11"/>
          </p:nvPr>
        </p:nvSpPr>
        <p:spPr>
          <a:ln/>
        </p:spPr>
        <p:txBody>
          <a:bodyPr/>
          <a:lstStyle>
            <a:lvl1pPr>
              <a:defRPr/>
            </a:lvl1pPr>
          </a:lstStyle>
          <a:p>
            <a:endParaRPr lang="en-US" altLang="zh-CN"/>
          </a:p>
        </p:txBody>
      </p:sp>
      <p:sp>
        <p:nvSpPr>
          <p:cNvPr id="6" name="Rectangle 6">
            <a:extLst>
              <a:ext uri="{FF2B5EF4-FFF2-40B4-BE49-F238E27FC236}">
                <a16:creationId xmlns:a16="http://schemas.microsoft.com/office/drawing/2014/main" id="{E8AEF06B-8B02-ABC0-37C6-08C536D71EC9}"/>
              </a:ext>
            </a:extLst>
          </p:cNvPr>
          <p:cNvSpPr>
            <a:spLocks noGrp="1" noChangeArrowheads="1"/>
          </p:cNvSpPr>
          <p:nvPr>
            <p:ph type="sldNum" sz="quarter" idx="12"/>
          </p:nvPr>
        </p:nvSpPr>
        <p:spPr>
          <a:ln/>
        </p:spPr>
        <p:txBody>
          <a:bodyPr/>
          <a:lstStyle>
            <a:lvl1pPr>
              <a:defRPr/>
            </a:lvl1pPr>
          </a:lstStyle>
          <a:p>
            <a:fld id="{27F0BDD4-94DC-4186-8C21-E281D0297789}" type="slidenum">
              <a:rPr lang="en-US" altLang="zh-CN"/>
              <a:pPr/>
              <a:t>‹#›</a:t>
            </a:fld>
            <a:endParaRPr lang="en-US" altLang="zh-CN"/>
          </a:p>
        </p:txBody>
      </p:sp>
    </p:spTree>
    <p:extLst>
      <p:ext uri="{BB962C8B-B14F-4D97-AF65-F5344CB8AC3E}">
        <p14:creationId xmlns:p14="http://schemas.microsoft.com/office/powerpoint/2010/main" val="32580464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7813"/>
            <a:ext cx="10972800" cy="5853112"/>
          </a:xfrm>
        </p:spPr>
        <p:txBody>
          <a:bodyPr/>
          <a:lstStyle/>
          <a:p>
            <a:pPr lvl="0"/>
            <a:r>
              <a:rPr lang="en-US" altLang="zh-CN"/>
              <a:t>Click to edit Master text styles
</a:t>
            </a:r>
            <a:r>
              <a:rPr lang="zh-CN" altLang="en-US"/>
              <a:t>第二等级
第三等级
第四等级
第五等级</a:t>
            </a:r>
          </a:p>
        </p:txBody>
      </p:sp>
      <p:sp>
        <p:nvSpPr>
          <p:cNvPr id="3" name="Rectangle 4">
            <a:extLst>
              <a:ext uri="{FF2B5EF4-FFF2-40B4-BE49-F238E27FC236}">
                <a16:creationId xmlns:a16="http://schemas.microsoft.com/office/drawing/2014/main" id="{D9091BB8-2F39-14AF-8D36-3AAB88865EA5}"/>
              </a:ext>
            </a:extLst>
          </p:cNvPr>
          <p:cNvSpPr>
            <a:spLocks noGrp="1" noChangeArrowheads="1"/>
          </p:cNvSpPr>
          <p:nvPr>
            <p:ph type="dt" sz="half" idx="10"/>
          </p:nvPr>
        </p:nvSpPr>
        <p:spPr>
          <a:ln/>
        </p:spPr>
        <p:txBody>
          <a:bodyPr/>
          <a:lstStyle>
            <a:lvl1pPr>
              <a:defRPr/>
            </a:lvl1pPr>
          </a:lstStyle>
          <a:p>
            <a:fld id="{880F48F3-190B-4E04-8EF8-0030AB19ADD4}" type="datetime1">
              <a:rPr lang="zh-CN" altLang="en-US"/>
              <a:pPr/>
              <a:t>2024/12/18</a:t>
            </a:fld>
            <a:endParaRPr lang="en-US" altLang="zh-CN"/>
          </a:p>
        </p:txBody>
      </p:sp>
      <p:sp>
        <p:nvSpPr>
          <p:cNvPr id="4" name="Rectangle 5">
            <a:extLst>
              <a:ext uri="{FF2B5EF4-FFF2-40B4-BE49-F238E27FC236}">
                <a16:creationId xmlns:a16="http://schemas.microsoft.com/office/drawing/2014/main" id="{5083242E-1B55-AF1B-2D2D-EDBB7049E8A8}"/>
              </a:ext>
            </a:extLst>
          </p:cNvPr>
          <p:cNvSpPr>
            <a:spLocks noGrp="1" noChangeArrowheads="1"/>
          </p:cNvSpPr>
          <p:nvPr>
            <p:ph type="ftr" sz="quarter" idx="11"/>
          </p:nvPr>
        </p:nvSpPr>
        <p:spPr>
          <a:ln/>
        </p:spPr>
        <p:txBody>
          <a:bodyPr/>
          <a:lstStyle>
            <a:lvl1pPr>
              <a:defRPr/>
            </a:lvl1pPr>
          </a:lstStyle>
          <a:p>
            <a:endParaRPr lang="en-US" altLang="zh-CN"/>
          </a:p>
        </p:txBody>
      </p:sp>
      <p:sp>
        <p:nvSpPr>
          <p:cNvPr id="5" name="Rectangle 6">
            <a:extLst>
              <a:ext uri="{FF2B5EF4-FFF2-40B4-BE49-F238E27FC236}">
                <a16:creationId xmlns:a16="http://schemas.microsoft.com/office/drawing/2014/main" id="{17391977-C6AF-4A24-B721-5E0601649F41}"/>
              </a:ext>
            </a:extLst>
          </p:cNvPr>
          <p:cNvSpPr>
            <a:spLocks noGrp="1" noChangeArrowheads="1"/>
          </p:cNvSpPr>
          <p:nvPr>
            <p:ph type="sldNum" sz="quarter" idx="12"/>
          </p:nvPr>
        </p:nvSpPr>
        <p:spPr>
          <a:ln/>
        </p:spPr>
        <p:txBody>
          <a:bodyPr/>
          <a:lstStyle>
            <a:lvl1pPr>
              <a:defRPr/>
            </a:lvl1pPr>
          </a:lstStyle>
          <a:p>
            <a:fld id="{3A4700EE-BC7C-4942-8B52-154D755879A0}" type="slidenum">
              <a:rPr lang="en-US" altLang="zh-CN"/>
              <a:pPr/>
              <a:t>‹#›</a:t>
            </a:fld>
            <a:endParaRPr lang="en-US" altLang="zh-CN"/>
          </a:p>
        </p:txBody>
      </p:sp>
    </p:spTree>
    <p:extLst>
      <p:ext uri="{BB962C8B-B14F-4D97-AF65-F5344CB8AC3E}">
        <p14:creationId xmlns:p14="http://schemas.microsoft.com/office/powerpoint/2010/main" val="20914164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558800"/>
          </a:xfrm>
        </p:spPr>
        <p:txBody>
          <a:bodyPr/>
          <a:lstStyle/>
          <a:p>
            <a:r>
              <a:rPr lang="en-US" altLang="zh-CN"/>
              <a:t>Click to edit Master title style</a:t>
            </a:r>
            <a:endParaRPr lang="zh-CN" altLang="en-US"/>
          </a:p>
        </p:txBody>
      </p:sp>
      <p:sp>
        <p:nvSpPr>
          <p:cNvPr id="3" name="文本占位符 2"/>
          <p:cNvSpPr>
            <a:spLocks noGrp="1"/>
          </p:cNvSpPr>
          <p:nvPr>
            <p:ph type="body" sz="half" idx="1"/>
          </p:nvPr>
        </p:nvSpPr>
        <p:spPr>
          <a:xfrm>
            <a:off x="609600" y="1052513"/>
            <a:ext cx="5384800" cy="5078412"/>
          </a:xfrm>
        </p:spPr>
        <p:txBody>
          <a:bodyPr/>
          <a:lstStyle/>
          <a:p>
            <a:pPr lvl="0"/>
            <a:r>
              <a:rPr lang="en-US" altLang="zh-CN"/>
              <a:t>Click to edit Master text styles
</a:t>
            </a:r>
            <a:r>
              <a:rPr lang="zh-CN" altLang="en-US"/>
              <a:t>第二等级
第三等级
第四等级
第五等级</a:t>
            </a:r>
          </a:p>
        </p:txBody>
      </p:sp>
      <p:sp>
        <p:nvSpPr>
          <p:cNvPr id="4" name="内容占位符 3"/>
          <p:cNvSpPr>
            <a:spLocks noGrp="1"/>
          </p:cNvSpPr>
          <p:nvPr>
            <p:ph sz="half" idx="2"/>
          </p:nvPr>
        </p:nvSpPr>
        <p:spPr>
          <a:xfrm>
            <a:off x="6197600" y="1052513"/>
            <a:ext cx="5384800" cy="5078412"/>
          </a:xfrm>
        </p:spPr>
        <p:txBody>
          <a:bodyPr/>
          <a:lstStyle/>
          <a:p>
            <a:pPr lvl="0"/>
            <a:r>
              <a:rPr lang="en-US" altLang="zh-CN"/>
              <a:t>Click to edit Master text styles
</a:t>
            </a:r>
            <a:r>
              <a:rPr lang="zh-CN" altLang="en-US"/>
              <a:t>第二等级
第三等级
第四等级
第五等级</a:t>
            </a:r>
          </a:p>
        </p:txBody>
      </p:sp>
      <p:sp>
        <p:nvSpPr>
          <p:cNvPr id="5" name="Rectangle 4">
            <a:extLst>
              <a:ext uri="{FF2B5EF4-FFF2-40B4-BE49-F238E27FC236}">
                <a16:creationId xmlns:a16="http://schemas.microsoft.com/office/drawing/2014/main" id="{A99D96D4-ABD2-D20A-B422-A26649942843}"/>
              </a:ext>
            </a:extLst>
          </p:cNvPr>
          <p:cNvSpPr>
            <a:spLocks noGrp="1" noChangeArrowheads="1"/>
          </p:cNvSpPr>
          <p:nvPr>
            <p:ph type="dt" sz="half" idx="10"/>
          </p:nvPr>
        </p:nvSpPr>
        <p:spPr>
          <a:ln/>
        </p:spPr>
        <p:txBody>
          <a:bodyPr/>
          <a:lstStyle>
            <a:lvl1pPr>
              <a:defRPr/>
            </a:lvl1pPr>
          </a:lstStyle>
          <a:p>
            <a:fld id="{16293CBC-F007-4016-8A44-688639CF7B6C}" type="datetime1">
              <a:rPr lang="zh-CN" altLang="en-US"/>
              <a:pPr/>
              <a:t>2024/12/18</a:t>
            </a:fld>
            <a:endParaRPr lang="en-US" altLang="zh-CN"/>
          </a:p>
        </p:txBody>
      </p:sp>
      <p:sp>
        <p:nvSpPr>
          <p:cNvPr id="6" name="Rectangle 5">
            <a:extLst>
              <a:ext uri="{FF2B5EF4-FFF2-40B4-BE49-F238E27FC236}">
                <a16:creationId xmlns:a16="http://schemas.microsoft.com/office/drawing/2014/main" id="{7B974B2E-6A3A-B90B-35F4-AE3E658509D7}"/>
              </a:ext>
            </a:extLst>
          </p:cNvPr>
          <p:cNvSpPr>
            <a:spLocks noGrp="1" noChangeArrowheads="1"/>
          </p:cNvSpPr>
          <p:nvPr>
            <p:ph type="ftr" sz="quarter" idx="11"/>
          </p:nvPr>
        </p:nvSpPr>
        <p:spPr>
          <a:ln/>
        </p:spPr>
        <p:txBody>
          <a:bodyPr/>
          <a:lstStyle>
            <a:lvl1pPr>
              <a:defRPr/>
            </a:lvl1pPr>
          </a:lstStyle>
          <a:p>
            <a:endParaRPr lang="en-US" altLang="zh-CN"/>
          </a:p>
        </p:txBody>
      </p:sp>
      <p:sp>
        <p:nvSpPr>
          <p:cNvPr id="7" name="Rectangle 6">
            <a:extLst>
              <a:ext uri="{FF2B5EF4-FFF2-40B4-BE49-F238E27FC236}">
                <a16:creationId xmlns:a16="http://schemas.microsoft.com/office/drawing/2014/main" id="{43FDB5DA-E93F-0338-2256-1B1394E3F931}"/>
              </a:ext>
            </a:extLst>
          </p:cNvPr>
          <p:cNvSpPr>
            <a:spLocks noGrp="1" noChangeArrowheads="1"/>
          </p:cNvSpPr>
          <p:nvPr>
            <p:ph type="sldNum" sz="quarter" idx="12"/>
          </p:nvPr>
        </p:nvSpPr>
        <p:spPr>
          <a:ln/>
        </p:spPr>
        <p:txBody>
          <a:bodyPr/>
          <a:lstStyle>
            <a:lvl1pPr>
              <a:defRPr/>
            </a:lvl1pPr>
          </a:lstStyle>
          <a:p>
            <a:fld id="{8F783BB0-0EC2-4E6C-A5DF-2AB4578E2D40}" type="slidenum">
              <a:rPr lang="en-US" altLang="zh-CN"/>
              <a:pPr/>
              <a:t>‹#›</a:t>
            </a:fld>
            <a:endParaRPr lang="en-US" altLang="zh-CN"/>
          </a:p>
        </p:txBody>
      </p:sp>
    </p:spTree>
    <p:extLst>
      <p:ext uri="{BB962C8B-B14F-4D97-AF65-F5344CB8AC3E}">
        <p14:creationId xmlns:p14="http://schemas.microsoft.com/office/powerpoint/2010/main" val="22438168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0420AE09-6E89-082E-6EAF-9EF1DEF02FA3}"/>
              </a:ext>
            </a:extLst>
          </p:cNvPr>
          <p:cNvSpPr>
            <a:spLocks noChangeArrowheads="1"/>
          </p:cNvSpPr>
          <p:nvPr/>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sz="1800"/>
          </a:p>
        </p:txBody>
      </p:sp>
      <p:sp>
        <p:nvSpPr>
          <p:cNvPr id="3" name="Line 8">
            <a:extLst>
              <a:ext uri="{FF2B5EF4-FFF2-40B4-BE49-F238E27FC236}">
                <a16:creationId xmlns:a16="http://schemas.microsoft.com/office/drawing/2014/main" id="{71B7E10A-3135-EAC8-3E78-77955EE09EDD}"/>
              </a:ext>
            </a:extLst>
          </p:cNvPr>
          <p:cNvSpPr>
            <a:spLocks noChangeShapeType="1"/>
          </p:cNvSpPr>
          <p:nvPr/>
        </p:nvSpPr>
        <p:spPr bwMode="auto">
          <a:xfrm>
            <a:off x="2641601" y="3962400"/>
            <a:ext cx="8682567"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pic>
        <p:nvPicPr>
          <p:cNvPr id="4" name="Picture 9">
            <a:extLst>
              <a:ext uri="{FF2B5EF4-FFF2-40B4-BE49-F238E27FC236}">
                <a16:creationId xmlns:a16="http://schemas.microsoft.com/office/drawing/2014/main" id="{65C4FDDA-1B43-DB34-9CC5-85D34D1215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47200" y="5867400"/>
            <a:ext cx="261620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
            <a:extLst>
              <a:ext uri="{FF2B5EF4-FFF2-40B4-BE49-F238E27FC236}">
                <a16:creationId xmlns:a16="http://schemas.microsoft.com/office/drawing/2014/main" id="{EC774EC5-EA87-810F-058E-382B954DB4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5791200"/>
            <a:ext cx="10922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ShockwaveFlash1">
            <a:extLst>
              <a:ext uri="{FF2B5EF4-FFF2-40B4-BE49-F238E27FC236}">
                <a16:creationId xmlns:a16="http://schemas.microsoft.com/office/drawing/2014/main" id="{4B2FED58-0F4F-9D60-104E-AF0508BDD464}"/>
              </a:ext>
            </a:extLst>
          </p:cNvPr>
          <p:cNvPicPr preferRelativeResize="0">
            <a:picLocks noChangeArrowheads="1" noChangeShapeType="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398934" y="6524625"/>
            <a:ext cx="124883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8" name="Rectangle 2"/>
          <p:cNvSpPr>
            <a:spLocks noGrp="1" noChangeArrowheads="1"/>
          </p:cNvSpPr>
          <p:nvPr>
            <p:ph type="ctrTitle"/>
          </p:nvPr>
        </p:nvSpPr>
        <p:spPr>
          <a:xfrm>
            <a:off x="1219201" y="1524000"/>
            <a:ext cx="10164233" cy="1752600"/>
          </a:xfrm>
        </p:spPr>
        <p:txBody>
          <a:bodyPr/>
          <a:lstStyle>
            <a:lvl1pPr>
              <a:defRPr sz="3800"/>
            </a:lvl1pPr>
          </a:lstStyle>
          <a:p>
            <a:r>
              <a:rPr lang="en-US" altLang="zh-CN"/>
              <a:t>Click to edit Master title style</a:t>
            </a:r>
            <a:endParaRPr lang="zh-CN" altLang="en-US"/>
          </a:p>
        </p:txBody>
      </p:sp>
      <p:sp>
        <p:nvSpPr>
          <p:cNvPr id="9219"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vl1pPr>
          </a:lstStyle>
          <a:p>
            <a:r>
              <a:rPr lang="en-US" altLang="zh-CN"/>
              <a:t>Click to edit Master subtitle style</a:t>
            </a:r>
            <a:endParaRPr lang="zh-CN" altLang="en-US"/>
          </a:p>
        </p:txBody>
      </p:sp>
      <p:sp>
        <p:nvSpPr>
          <p:cNvPr id="7" name="Rectangle 4">
            <a:extLst>
              <a:ext uri="{FF2B5EF4-FFF2-40B4-BE49-F238E27FC236}">
                <a16:creationId xmlns:a16="http://schemas.microsoft.com/office/drawing/2014/main" id="{00F6E33C-65BC-D41D-E1DE-88D4A87D723D}"/>
              </a:ext>
            </a:extLst>
          </p:cNvPr>
          <p:cNvSpPr>
            <a:spLocks noGrp="1" noChangeArrowheads="1"/>
          </p:cNvSpPr>
          <p:nvPr>
            <p:ph type="dt" sz="half" idx="10"/>
          </p:nvPr>
        </p:nvSpPr>
        <p:spPr/>
        <p:txBody>
          <a:bodyPr/>
          <a:lstStyle>
            <a:lvl1pPr>
              <a:defRPr/>
            </a:lvl1pPr>
          </a:lstStyle>
          <a:p>
            <a:pPr>
              <a:defRPr/>
            </a:pPr>
            <a:fld id="{5A3A14F0-EF27-44A0-BC92-03FFB783697A}" type="datetime1">
              <a:rPr lang="zh-CN" altLang="en-US"/>
              <a:pPr>
                <a:defRPr/>
              </a:pPr>
              <a:t>2024/12/18</a:t>
            </a:fld>
            <a:endParaRPr lang="en-US" altLang="zh-CN"/>
          </a:p>
        </p:txBody>
      </p:sp>
      <p:sp>
        <p:nvSpPr>
          <p:cNvPr id="8" name="Rectangle 5">
            <a:extLst>
              <a:ext uri="{FF2B5EF4-FFF2-40B4-BE49-F238E27FC236}">
                <a16:creationId xmlns:a16="http://schemas.microsoft.com/office/drawing/2014/main" id="{B9254143-F340-2645-B024-0EA03628BCB6}"/>
              </a:ext>
            </a:extLst>
          </p:cNvPr>
          <p:cNvSpPr>
            <a:spLocks noGrp="1" noChangeArrowheads="1"/>
          </p:cNvSpPr>
          <p:nvPr>
            <p:ph type="ftr" sz="quarter" idx="11"/>
          </p:nvPr>
        </p:nvSpPr>
        <p:spPr>
          <a:xfrm>
            <a:off x="4165600" y="6243638"/>
            <a:ext cx="3860800" cy="457200"/>
          </a:xfrm>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166D25C2-EBBA-9B84-368B-C8F13590A82F}"/>
              </a:ext>
            </a:extLst>
          </p:cNvPr>
          <p:cNvSpPr>
            <a:spLocks noGrp="1" noChangeArrowheads="1"/>
          </p:cNvSpPr>
          <p:nvPr>
            <p:ph type="sldNum" sz="quarter" idx="12"/>
          </p:nvPr>
        </p:nvSpPr>
        <p:spPr>
          <a:xfrm>
            <a:off x="8737600" y="6243638"/>
            <a:ext cx="2844800" cy="457200"/>
          </a:xfrm>
        </p:spPr>
        <p:txBody>
          <a:bodyPr/>
          <a:lstStyle>
            <a:lvl1pPr algn="r">
              <a:defRPr>
                <a:latin typeface="Garamond" panose="02020404030301010803" pitchFamily="18" charset="0"/>
              </a:defRPr>
            </a:lvl1pPr>
          </a:lstStyle>
          <a:p>
            <a:fld id="{75C32AEB-F716-4E34-BD42-96152E0DE691}" type="slidenum">
              <a:rPr lang="en-US" altLang="zh-CN"/>
              <a:pPr/>
              <a:t>‹#›</a:t>
            </a:fld>
            <a:endParaRPr lang="en-US" altLang="zh-CN"/>
          </a:p>
        </p:txBody>
      </p:sp>
    </p:spTree>
    <p:extLst>
      <p:ext uri="{BB962C8B-B14F-4D97-AF65-F5344CB8AC3E}">
        <p14:creationId xmlns:p14="http://schemas.microsoft.com/office/powerpoint/2010/main" val="595498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内容占位符 2"/>
          <p:cNvSpPr>
            <a:spLocks noGrp="1"/>
          </p:cNvSpPr>
          <p:nvPr>
            <p:ph idx="1"/>
          </p:nvPr>
        </p:nvSpPr>
        <p:spPr/>
        <p:txBody>
          <a:bodyPr/>
          <a:lstStyle/>
          <a:p>
            <a:pPr lvl="0"/>
            <a:r>
              <a:rPr lang="en-US" altLang="zh-CN"/>
              <a:t>Click to edit Master text styles
</a:t>
            </a:r>
            <a:r>
              <a:rPr lang="zh-CN" altLang="en-US"/>
              <a:t>第二等级
第三等级
第四等级
第五等级</a:t>
            </a:r>
          </a:p>
        </p:txBody>
      </p:sp>
      <p:sp>
        <p:nvSpPr>
          <p:cNvPr id="4" name="Rectangle 4">
            <a:extLst>
              <a:ext uri="{FF2B5EF4-FFF2-40B4-BE49-F238E27FC236}">
                <a16:creationId xmlns:a16="http://schemas.microsoft.com/office/drawing/2014/main" id="{E1CEFC71-F5E3-7646-52BE-79AE29945390}"/>
              </a:ext>
            </a:extLst>
          </p:cNvPr>
          <p:cNvSpPr>
            <a:spLocks noGrp="1" noChangeArrowheads="1"/>
          </p:cNvSpPr>
          <p:nvPr>
            <p:ph type="dt" sz="half" idx="10"/>
          </p:nvPr>
        </p:nvSpPr>
        <p:spPr>
          <a:ln/>
        </p:spPr>
        <p:txBody>
          <a:bodyPr/>
          <a:lstStyle>
            <a:lvl1pPr>
              <a:defRPr/>
            </a:lvl1pPr>
          </a:lstStyle>
          <a:p>
            <a:pPr>
              <a:defRPr/>
            </a:pPr>
            <a:fld id="{9E449066-3ADA-4EF8-82B2-533A565A6EF7}"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19601E3F-509F-6440-482E-E5465FD4223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6999AC5-5297-98C9-4798-9F392BAD80E8}"/>
              </a:ext>
            </a:extLst>
          </p:cNvPr>
          <p:cNvSpPr>
            <a:spLocks noGrp="1" noChangeArrowheads="1"/>
          </p:cNvSpPr>
          <p:nvPr>
            <p:ph type="sldNum" sz="quarter" idx="12"/>
          </p:nvPr>
        </p:nvSpPr>
        <p:spPr>
          <a:ln/>
        </p:spPr>
        <p:txBody>
          <a:bodyPr/>
          <a:lstStyle>
            <a:lvl1pPr>
              <a:defRPr/>
            </a:lvl1pPr>
          </a:lstStyle>
          <a:p>
            <a:fld id="{5256182C-12F4-4E20-91C3-763B07E64727}" type="slidenum">
              <a:rPr lang="en-US" altLang="zh-CN"/>
              <a:pPr/>
              <a:t>‹#›</a:t>
            </a:fld>
            <a:endParaRPr lang="en-US" altLang="zh-CN"/>
          </a:p>
        </p:txBody>
      </p:sp>
    </p:spTree>
    <p:extLst>
      <p:ext uri="{BB962C8B-B14F-4D97-AF65-F5344CB8AC3E}">
        <p14:creationId xmlns:p14="http://schemas.microsoft.com/office/powerpoint/2010/main" val="30922832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lstStyle>
            <a:lvl1pPr algn="l">
              <a:defRPr sz="4000" b="1" cap="all"/>
            </a:lvl1pPr>
          </a:lstStyle>
          <a:p>
            <a:r>
              <a:rPr lang="en-US" altLang="zh-CN"/>
              <a:t>Click to edit Master title style</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
</a:t>
            </a:r>
            <a:r>
              <a:rPr lang="zh-CN" altLang="en-US"/>
              <a:t>第二等级
第三等级
第四等级
第五等级</a:t>
            </a:r>
          </a:p>
        </p:txBody>
      </p:sp>
      <p:sp>
        <p:nvSpPr>
          <p:cNvPr id="4" name="Rectangle 4">
            <a:extLst>
              <a:ext uri="{FF2B5EF4-FFF2-40B4-BE49-F238E27FC236}">
                <a16:creationId xmlns:a16="http://schemas.microsoft.com/office/drawing/2014/main" id="{74398A1E-9B4D-3F69-5160-06823D2B21FB}"/>
              </a:ext>
            </a:extLst>
          </p:cNvPr>
          <p:cNvSpPr>
            <a:spLocks noGrp="1" noChangeArrowheads="1"/>
          </p:cNvSpPr>
          <p:nvPr>
            <p:ph type="dt" sz="half" idx="10"/>
          </p:nvPr>
        </p:nvSpPr>
        <p:spPr>
          <a:ln/>
        </p:spPr>
        <p:txBody>
          <a:bodyPr/>
          <a:lstStyle>
            <a:lvl1pPr>
              <a:defRPr/>
            </a:lvl1pPr>
          </a:lstStyle>
          <a:p>
            <a:pPr>
              <a:defRPr/>
            </a:pPr>
            <a:fld id="{44AA914E-E60A-4154-A512-CC4CF1206780}"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67A050A9-7D3A-1BB8-12C9-4C63B151234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6D06BDF5-07AD-B66F-EC7B-8A457FE38207}"/>
              </a:ext>
            </a:extLst>
          </p:cNvPr>
          <p:cNvSpPr>
            <a:spLocks noGrp="1" noChangeArrowheads="1"/>
          </p:cNvSpPr>
          <p:nvPr>
            <p:ph type="sldNum" sz="quarter" idx="12"/>
          </p:nvPr>
        </p:nvSpPr>
        <p:spPr>
          <a:ln/>
        </p:spPr>
        <p:txBody>
          <a:bodyPr/>
          <a:lstStyle>
            <a:lvl1pPr>
              <a:defRPr/>
            </a:lvl1pPr>
          </a:lstStyle>
          <a:p>
            <a:fld id="{0E127E14-9D56-44BA-B6BA-2467098B095A}" type="slidenum">
              <a:rPr lang="en-US" altLang="zh-CN"/>
              <a:pPr/>
              <a:t>‹#›</a:t>
            </a:fld>
            <a:endParaRPr lang="en-US" altLang="zh-CN"/>
          </a:p>
        </p:txBody>
      </p:sp>
    </p:spTree>
    <p:extLst>
      <p:ext uri="{BB962C8B-B14F-4D97-AF65-F5344CB8AC3E}">
        <p14:creationId xmlns:p14="http://schemas.microsoft.com/office/powerpoint/2010/main" val="216278714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内容占位符 2"/>
          <p:cNvSpPr>
            <a:spLocks noGrp="1"/>
          </p:cNvSpPr>
          <p:nvPr>
            <p:ph sz="half" idx="1"/>
          </p:nvPr>
        </p:nvSpPr>
        <p:spPr>
          <a:xfrm>
            <a:off x="609600" y="1052513"/>
            <a:ext cx="5384800"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
</a:t>
            </a:r>
            <a:r>
              <a:rPr lang="zh-CN" altLang="en-US"/>
              <a:t>第二等级
第三等级
第四等级
第五等级</a:t>
            </a:r>
          </a:p>
        </p:txBody>
      </p:sp>
      <p:sp>
        <p:nvSpPr>
          <p:cNvPr id="4" name="内容占位符 3"/>
          <p:cNvSpPr>
            <a:spLocks noGrp="1"/>
          </p:cNvSpPr>
          <p:nvPr>
            <p:ph sz="half" idx="2"/>
          </p:nvPr>
        </p:nvSpPr>
        <p:spPr>
          <a:xfrm>
            <a:off x="6197600" y="1052513"/>
            <a:ext cx="5384800"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
</a:t>
            </a:r>
            <a:r>
              <a:rPr lang="zh-CN" altLang="en-US"/>
              <a:t>第二等级
第三等级
第四等级
第五等级</a:t>
            </a:r>
          </a:p>
        </p:txBody>
      </p:sp>
      <p:sp>
        <p:nvSpPr>
          <p:cNvPr id="5" name="Rectangle 4">
            <a:extLst>
              <a:ext uri="{FF2B5EF4-FFF2-40B4-BE49-F238E27FC236}">
                <a16:creationId xmlns:a16="http://schemas.microsoft.com/office/drawing/2014/main" id="{1629F5C7-AA76-26AE-08C6-8D8293EEBFD4}"/>
              </a:ext>
            </a:extLst>
          </p:cNvPr>
          <p:cNvSpPr>
            <a:spLocks noGrp="1" noChangeArrowheads="1"/>
          </p:cNvSpPr>
          <p:nvPr>
            <p:ph type="dt" sz="half" idx="10"/>
          </p:nvPr>
        </p:nvSpPr>
        <p:spPr>
          <a:ln/>
        </p:spPr>
        <p:txBody>
          <a:bodyPr/>
          <a:lstStyle>
            <a:lvl1pPr>
              <a:defRPr/>
            </a:lvl1pPr>
          </a:lstStyle>
          <a:p>
            <a:pPr>
              <a:defRPr/>
            </a:pPr>
            <a:fld id="{C86564A7-6C75-40B1-897D-CD0A9EF27513}"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A7E4E68A-7A1F-2279-2C70-6DF552D817E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1C1B1B6B-DBFE-7134-A662-95C83D8713CE}"/>
              </a:ext>
            </a:extLst>
          </p:cNvPr>
          <p:cNvSpPr>
            <a:spLocks noGrp="1" noChangeArrowheads="1"/>
          </p:cNvSpPr>
          <p:nvPr>
            <p:ph type="sldNum" sz="quarter" idx="12"/>
          </p:nvPr>
        </p:nvSpPr>
        <p:spPr>
          <a:ln/>
        </p:spPr>
        <p:txBody>
          <a:bodyPr/>
          <a:lstStyle>
            <a:lvl1pPr>
              <a:defRPr/>
            </a:lvl1pPr>
          </a:lstStyle>
          <a:p>
            <a:fld id="{78BECDD8-F67B-4B65-AABD-3FF921AE046E}" type="slidenum">
              <a:rPr lang="en-US" altLang="zh-CN"/>
              <a:pPr/>
              <a:t>‹#›</a:t>
            </a:fld>
            <a:endParaRPr lang="en-US" altLang="zh-CN"/>
          </a:p>
        </p:txBody>
      </p:sp>
    </p:spTree>
    <p:extLst>
      <p:ext uri="{BB962C8B-B14F-4D97-AF65-F5344CB8AC3E}">
        <p14:creationId xmlns:p14="http://schemas.microsoft.com/office/powerpoint/2010/main" val="14707542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en-US" altLang="zh-CN"/>
              <a:t>Click to edit Master title style</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
</a:t>
            </a:r>
            <a:r>
              <a:rPr lang="zh-CN" altLang="en-US"/>
              <a:t>第二等级
第三等级
第四等级
第五等级</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
</a:t>
            </a:r>
            <a:r>
              <a:rPr lang="zh-CN" altLang="en-US"/>
              <a:t>第二等级
第三等级
第四等级
第五等级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
</a:t>
            </a:r>
            <a:r>
              <a:rPr lang="zh-CN" altLang="en-US"/>
              <a:t>第二等级
第三等级
第四等级
第五等级</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
</a:t>
            </a:r>
            <a:r>
              <a:rPr lang="zh-CN" altLang="en-US"/>
              <a:t>第二等级
第三等级
第四等级
第五等级</a:t>
            </a:r>
          </a:p>
        </p:txBody>
      </p:sp>
      <p:sp>
        <p:nvSpPr>
          <p:cNvPr id="7" name="Rectangle 4">
            <a:extLst>
              <a:ext uri="{FF2B5EF4-FFF2-40B4-BE49-F238E27FC236}">
                <a16:creationId xmlns:a16="http://schemas.microsoft.com/office/drawing/2014/main" id="{28283454-9334-FD12-B71D-EB0CAAA648B8}"/>
              </a:ext>
            </a:extLst>
          </p:cNvPr>
          <p:cNvSpPr>
            <a:spLocks noGrp="1" noChangeArrowheads="1"/>
          </p:cNvSpPr>
          <p:nvPr>
            <p:ph type="dt" sz="half" idx="10"/>
          </p:nvPr>
        </p:nvSpPr>
        <p:spPr>
          <a:ln/>
        </p:spPr>
        <p:txBody>
          <a:bodyPr/>
          <a:lstStyle>
            <a:lvl1pPr>
              <a:defRPr/>
            </a:lvl1pPr>
          </a:lstStyle>
          <a:p>
            <a:pPr>
              <a:defRPr/>
            </a:pPr>
            <a:fld id="{04CFAD34-DCD0-4DEC-8C06-9A40B73257EC}" type="datetime1">
              <a:rPr lang="zh-CN" altLang="en-US"/>
              <a:pPr>
                <a:defRPr/>
              </a:pPr>
              <a:t>2024/12/18</a:t>
            </a:fld>
            <a:endParaRPr lang="en-US" altLang="zh-CN"/>
          </a:p>
        </p:txBody>
      </p:sp>
      <p:sp>
        <p:nvSpPr>
          <p:cNvPr id="8" name="Rectangle 5">
            <a:extLst>
              <a:ext uri="{FF2B5EF4-FFF2-40B4-BE49-F238E27FC236}">
                <a16:creationId xmlns:a16="http://schemas.microsoft.com/office/drawing/2014/main" id="{47ABA358-F469-2B36-AA43-7FCCAB741DE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0CAE6423-EA4A-3C04-3C31-42972C978130}"/>
              </a:ext>
            </a:extLst>
          </p:cNvPr>
          <p:cNvSpPr>
            <a:spLocks noGrp="1" noChangeArrowheads="1"/>
          </p:cNvSpPr>
          <p:nvPr>
            <p:ph type="sldNum" sz="quarter" idx="12"/>
          </p:nvPr>
        </p:nvSpPr>
        <p:spPr>
          <a:ln/>
        </p:spPr>
        <p:txBody>
          <a:bodyPr/>
          <a:lstStyle>
            <a:lvl1pPr>
              <a:defRPr/>
            </a:lvl1pPr>
          </a:lstStyle>
          <a:p>
            <a:fld id="{0FD351C7-CA3F-41FF-844B-20BD24C9B309}" type="slidenum">
              <a:rPr lang="en-US" altLang="zh-CN"/>
              <a:pPr/>
              <a:t>‹#›</a:t>
            </a:fld>
            <a:endParaRPr lang="en-US" altLang="zh-CN"/>
          </a:p>
        </p:txBody>
      </p:sp>
    </p:spTree>
    <p:extLst>
      <p:ext uri="{BB962C8B-B14F-4D97-AF65-F5344CB8AC3E}">
        <p14:creationId xmlns:p14="http://schemas.microsoft.com/office/powerpoint/2010/main" val="29940869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Rectangle 4">
            <a:extLst>
              <a:ext uri="{FF2B5EF4-FFF2-40B4-BE49-F238E27FC236}">
                <a16:creationId xmlns:a16="http://schemas.microsoft.com/office/drawing/2014/main" id="{E7A06122-C1DF-1188-8FC5-8C0906209EB0}"/>
              </a:ext>
            </a:extLst>
          </p:cNvPr>
          <p:cNvSpPr>
            <a:spLocks noGrp="1" noChangeArrowheads="1"/>
          </p:cNvSpPr>
          <p:nvPr>
            <p:ph type="dt" sz="half" idx="10"/>
          </p:nvPr>
        </p:nvSpPr>
        <p:spPr>
          <a:ln/>
        </p:spPr>
        <p:txBody>
          <a:bodyPr/>
          <a:lstStyle>
            <a:lvl1pPr>
              <a:defRPr/>
            </a:lvl1pPr>
          </a:lstStyle>
          <a:p>
            <a:pPr>
              <a:defRPr/>
            </a:pPr>
            <a:fld id="{D721B8C8-1D88-438B-AEF3-22BACCBA7F5C}" type="datetime1">
              <a:rPr lang="zh-CN" altLang="en-US"/>
              <a:pPr>
                <a:defRPr/>
              </a:pPr>
              <a:t>2024/12/18</a:t>
            </a:fld>
            <a:endParaRPr lang="en-US" altLang="zh-CN"/>
          </a:p>
        </p:txBody>
      </p:sp>
      <p:sp>
        <p:nvSpPr>
          <p:cNvPr id="4" name="Rectangle 5">
            <a:extLst>
              <a:ext uri="{FF2B5EF4-FFF2-40B4-BE49-F238E27FC236}">
                <a16:creationId xmlns:a16="http://schemas.microsoft.com/office/drawing/2014/main" id="{B504B60A-CE16-309B-F88B-7C21C4D4817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4EC2048E-E225-5B01-FFC6-2E732D048D4A}"/>
              </a:ext>
            </a:extLst>
          </p:cNvPr>
          <p:cNvSpPr>
            <a:spLocks noGrp="1" noChangeArrowheads="1"/>
          </p:cNvSpPr>
          <p:nvPr>
            <p:ph type="sldNum" sz="quarter" idx="12"/>
          </p:nvPr>
        </p:nvSpPr>
        <p:spPr>
          <a:ln/>
        </p:spPr>
        <p:txBody>
          <a:bodyPr/>
          <a:lstStyle>
            <a:lvl1pPr>
              <a:defRPr/>
            </a:lvl1pPr>
          </a:lstStyle>
          <a:p>
            <a:fld id="{6A13F133-5EB0-419C-A797-64E856A2ECBD}" type="slidenum">
              <a:rPr lang="en-US" altLang="zh-CN"/>
              <a:pPr/>
              <a:t>‹#›</a:t>
            </a:fld>
            <a:endParaRPr lang="en-US" altLang="zh-CN"/>
          </a:p>
        </p:txBody>
      </p:sp>
    </p:spTree>
    <p:extLst>
      <p:ext uri="{BB962C8B-B14F-4D97-AF65-F5344CB8AC3E}">
        <p14:creationId xmlns:p14="http://schemas.microsoft.com/office/powerpoint/2010/main" val="6508155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E5486EA3-990D-9E0F-6F92-7FB2ECE45AA0}"/>
              </a:ext>
            </a:extLst>
          </p:cNvPr>
          <p:cNvSpPr>
            <a:spLocks noGrp="1" noChangeArrowheads="1"/>
          </p:cNvSpPr>
          <p:nvPr>
            <p:ph type="dt" sz="half" idx="10"/>
          </p:nvPr>
        </p:nvSpPr>
        <p:spPr>
          <a:ln/>
        </p:spPr>
        <p:txBody>
          <a:bodyPr/>
          <a:lstStyle>
            <a:lvl1pPr>
              <a:defRPr/>
            </a:lvl1pPr>
          </a:lstStyle>
          <a:p>
            <a:pPr>
              <a:defRPr/>
            </a:pPr>
            <a:fld id="{4BBA2C8E-DC0C-4747-A6C8-DCB08686AD6F}" type="datetime1">
              <a:rPr lang="zh-CN" altLang="en-US"/>
              <a:pPr>
                <a:defRPr/>
              </a:pPr>
              <a:t>2024/12/18</a:t>
            </a:fld>
            <a:endParaRPr lang="en-US" altLang="zh-CN"/>
          </a:p>
        </p:txBody>
      </p:sp>
      <p:sp>
        <p:nvSpPr>
          <p:cNvPr id="3" name="Rectangle 5">
            <a:extLst>
              <a:ext uri="{FF2B5EF4-FFF2-40B4-BE49-F238E27FC236}">
                <a16:creationId xmlns:a16="http://schemas.microsoft.com/office/drawing/2014/main" id="{61A23AED-42AE-E241-38E6-4B464C0C7C5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23C0FC06-D55D-00A1-A59A-8C6A45B8A8CD}"/>
              </a:ext>
            </a:extLst>
          </p:cNvPr>
          <p:cNvSpPr>
            <a:spLocks noGrp="1" noChangeArrowheads="1"/>
          </p:cNvSpPr>
          <p:nvPr>
            <p:ph type="sldNum" sz="quarter" idx="12"/>
          </p:nvPr>
        </p:nvSpPr>
        <p:spPr>
          <a:ln/>
        </p:spPr>
        <p:txBody>
          <a:bodyPr/>
          <a:lstStyle>
            <a:lvl1pPr>
              <a:defRPr/>
            </a:lvl1pPr>
          </a:lstStyle>
          <a:p>
            <a:fld id="{04262368-1CA2-4AB5-8BDC-1E536CF9EF86}" type="slidenum">
              <a:rPr lang="en-US" altLang="zh-CN"/>
              <a:pPr/>
              <a:t>‹#›</a:t>
            </a:fld>
            <a:endParaRPr lang="en-US" altLang="zh-CN"/>
          </a:p>
        </p:txBody>
      </p:sp>
    </p:spTree>
    <p:extLst>
      <p:ext uri="{BB962C8B-B14F-4D97-AF65-F5344CB8AC3E}">
        <p14:creationId xmlns:p14="http://schemas.microsoft.com/office/powerpoint/2010/main" val="33543083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en-US" altLang="zh-CN"/>
              <a:t>Click to edit Master title style</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
</a:t>
            </a:r>
            <a:r>
              <a:rPr lang="zh-CN" altLang="en-US"/>
              <a:t>第二等级
第三等级
第四等级
第五等级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
</a:t>
            </a:r>
            <a:r>
              <a:rPr lang="zh-CN" altLang="en-US"/>
              <a:t>第二等级
第三等级
第四等级
第五等级</a:t>
            </a:r>
          </a:p>
        </p:txBody>
      </p:sp>
      <p:sp>
        <p:nvSpPr>
          <p:cNvPr id="5" name="Rectangle 4">
            <a:extLst>
              <a:ext uri="{FF2B5EF4-FFF2-40B4-BE49-F238E27FC236}">
                <a16:creationId xmlns:a16="http://schemas.microsoft.com/office/drawing/2014/main" id="{D4CE622D-3691-C96B-147D-61D546386458}"/>
              </a:ext>
            </a:extLst>
          </p:cNvPr>
          <p:cNvSpPr>
            <a:spLocks noGrp="1" noChangeArrowheads="1"/>
          </p:cNvSpPr>
          <p:nvPr>
            <p:ph type="dt" sz="half" idx="10"/>
          </p:nvPr>
        </p:nvSpPr>
        <p:spPr>
          <a:ln/>
        </p:spPr>
        <p:txBody>
          <a:bodyPr/>
          <a:lstStyle>
            <a:lvl1pPr>
              <a:defRPr/>
            </a:lvl1pPr>
          </a:lstStyle>
          <a:p>
            <a:pPr>
              <a:defRPr/>
            </a:pPr>
            <a:fld id="{212CC0BD-8ABD-45A1-829A-71DB112277D7}"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F9FB609A-A7FE-EBD8-B35B-BDCCE90852C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D702B5FD-C0B1-DA55-A1C3-0E39BF9CB738}"/>
              </a:ext>
            </a:extLst>
          </p:cNvPr>
          <p:cNvSpPr>
            <a:spLocks noGrp="1" noChangeArrowheads="1"/>
          </p:cNvSpPr>
          <p:nvPr>
            <p:ph type="sldNum" sz="quarter" idx="12"/>
          </p:nvPr>
        </p:nvSpPr>
        <p:spPr>
          <a:ln/>
        </p:spPr>
        <p:txBody>
          <a:bodyPr/>
          <a:lstStyle>
            <a:lvl1pPr>
              <a:defRPr/>
            </a:lvl1pPr>
          </a:lstStyle>
          <a:p>
            <a:fld id="{7D2BC3BD-52AF-4FE9-B111-74248D719DBD}" type="slidenum">
              <a:rPr lang="en-US" altLang="zh-CN"/>
              <a:pPr/>
              <a:t>‹#›</a:t>
            </a:fld>
            <a:endParaRPr lang="en-US" altLang="zh-CN"/>
          </a:p>
        </p:txBody>
      </p:sp>
    </p:spTree>
    <p:extLst>
      <p:ext uri="{BB962C8B-B14F-4D97-AF65-F5344CB8AC3E}">
        <p14:creationId xmlns:p14="http://schemas.microsoft.com/office/powerpoint/2010/main" val="83301547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en-US" altLang="zh-CN"/>
              <a:t>Click to edit Master title style</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CN" noProof="0"/>
              <a:t>Drag picture to placeholder or click icon to add</a:t>
            </a:r>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
</a:t>
            </a:r>
            <a:r>
              <a:rPr lang="zh-CN" altLang="en-US"/>
              <a:t>第二等级
第三等级
第四等级
第五等级</a:t>
            </a:r>
          </a:p>
        </p:txBody>
      </p:sp>
      <p:sp>
        <p:nvSpPr>
          <p:cNvPr id="5" name="Rectangle 4">
            <a:extLst>
              <a:ext uri="{FF2B5EF4-FFF2-40B4-BE49-F238E27FC236}">
                <a16:creationId xmlns:a16="http://schemas.microsoft.com/office/drawing/2014/main" id="{5254D027-4374-4D09-4091-C3B39E9EB18B}"/>
              </a:ext>
            </a:extLst>
          </p:cNvPr>
          <p:cNvSpPr>
            <a:spLocks noGrp="1" noChangeArrowheads="1"/>
          </p:cNvSpPr>
          <p:nvPr>
            <p:ph type="dt" sz="half" idx="10"/>
          </p:nvPr>
        </p:nvSpPr>
        <p:spPr>
          <a:ln/>
        </p:spPr>
        <p:txBody>
          <a:bodyPr/>
          <a:lstStyle>
            <a:lvl1pPr>
              <a:defRPr/>
            </a:lvl1pPr>
          </a:lstStyle>
          <a:p>
            <a:pPr>
              <a:defRPr/>
            </a:pPr>
            <a:fld id="{E872ABCE-E32D-406B-AA11-DF7B0FC44CB8}"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49D47C6B-B473-5D9C-ECDD-E8ED0ED3B52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14CCB3E8-591E-28BC-ACCF-4333279E9753}"/>
              </a:ext>
            </a:extLst>
          </p:cNvPr>
          <p:cNvSpPr>
            <a:spLocks noGrp="1" noChangeArrowheads="1"/>
          </p:cNvSpPr>
          <p:nvPr>
            <p:ph type="sldNum" sz="quarter" idx="12"/>
          </p:nvPr>
        </p:nvSpPr>
        <p:spPr>
          <a:ln/>
        </p:spPr>
        <p:txBody>
          <a:bodyPr/>
          <a:lstStyle>
            <a:lvl1pPr>
              <a:defRPr/>
            </a:lvl1pPr>
          </a:lstStyle>
          <a:p>
            <a:fld id="{5C03F193-C77A-4388-9B3A-ADAC09354422}" type="slidenum">
              <a:rPr lang="en-US" altLang="zh-CN"/>
              <a:pPr/>
              <a:t>‹#›</a:t>
            </a:fld>
            <a:endParaRPr lang="en-US" altLang="zh-CN"/>
          </a:p>
        </p:txBody>
      </p:sp>
    </p:spTree>
    <p:extLst>
      <p:ext uri="{BB962C8B-B14F-4D97-AF65-F5344CB8AC3E}">
        <p14:creationId xmlns:p14="http://schemas.microsoft.com/office/powerpoint/2010/main" val="177072480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竖排文字占位符 2"/>
          <p:cNvSpPr>
            <a:spLocks noGrp="1"/>
          </p:cNvSpPr>
          <p:nvPr>
            <p:ph type="body" orient="vert" idx="1"/>
          </p:nvPr>
        </p:nvSpPr>
        <p:spPr/>
        <p:txBody>
          <a:bodyPr vert="eaVert"/>
          <a:lstStyle/>
          <a:p>
            <a:pPr lvl="0"/>
            <a:r>
              <a:rPr lang="en-US" altLang="zh-CN"/>
              <a:t>Click to edit Master text styles
</a:t>
            </a:r>
            <a:r>
              <a:rPr lang="zh-CN" altLang="en-US"/>
              <a:t>第二等级
第三等级
第四等级
第五等级</a:t>
            </a:r>
          </a:p>
        </p:txBody>
      </p:sp>
      <p:sp>
        <p:nvSpPr>
          <p:cNvPr id="4" name="Rectangle 4">
            <a:extLst>
              <a:ext uri="{FF2B5EF4-FFF2-40B4-BE49-F238E27FC236}">
                <a16:creationId xmlns:a16="http://schemas.microsoft.com/office/drawing/2014/main" id="{FE456BC5-9AF8-CC27-C964-3DF659984212}"/>
              </a:ext>
            </a:extLst>
          </p:cNvPr>
          <p:cNvSpPr>
            <a:spLocks noGrp="1" noChangeArrowheads="1"/>
          </p:cNvSpPr>
          <p:nvPr>
            <p:ph type="dt" sz="half" idx="10"/>
          </p:nvPr>
        </p:nvSpPr>
        <p:spPr>
          <a:ln/>
        </p:spPr>
        <p:txBody>
          <a:bodyPr/>
          <a:lstStyle>
            <a:lvl1pPr>
              <a:defRPr/>
            </a:lvl1pPr>
          </a:lstStyle>
          <a:p>
            <a:pPr>
              <a:defRPr/>
            </a:pPr>
            <a:fld id="{7A45183A-4180-40F5-9917-2693E6EC93B4}"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2E49ED83-04D4-89E9-594B-D914A7DC223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4DB6B73-B101-5275-B2BA-D2D2989B49B4}"/>
              </a:ext>
            </a:extLst>
          </p:cNvPr>
          <p:cNvSpPr>
            <a:spLocks noGrp="1" noChangeArrowheads="1"/>
          </p:cNvSpPr>
          <p:nvPr>
            <p:ph type="sldNum" sz="quarter" idx="12"/>
          </p:nvPr>
        </p:nvSpPr>
        <p:spPr>
          <a:ln/>
        </p:spPr>
        <p:txBody>
          <a:bodyPr/>
          <a:lstStyle>
            <a:lvl1pPr>
              <a:defRPr/>
            </a:lvl1pPr>
          </a:lstStyle>
          <a:p>
            <a:fld id="{65AFD710-BD56-4FF2-8D3C-F8C5176BA25B}" type="slidenum">
              <a:rPr lang="en-US" altLang="zh-CN"/>
              <a:pPr/>
              <a:t>‹#›</a:t>
            </a:fld>
            <a:endParaRPr lang="en-US" altLang="zh-CN"/>
          </a:p>
        </p:txBody>
      </p:sp>
    </p:spTree>
    <p:extLst>
      <p:ext uri="{BB962C8B-B14F-4D97-AF65-F5344CB8AC3E}">
        <p14:creationId xmlns:p14="http://schemas.microsoft.com/office/powerpoint/2010/main" val="6310918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7813"/>
            <a:ext cx="2743200" cy="5853112"/>
          </a:xfrm>
        </p:spPr>
        <p:txBody>
          <a:bodyPr vert="eaVert"/>
          <a:lstStyle/>
          <a:p>
            <a:r>
              <a:rPr lang="en-US" altLang="zh-CN"/>
              <a:t>Click to edit Master title style</a:t>
            </a:r>
            <a:endParaRPr lang="zh-CN" altLang="en-US"/>
          </a:p>
        </p:txBody>
      </p:sp>
      <p:sp>
        <p:nvSpPr>
          <p:cNvPr id="3" name="竖排文字占位符 2"/>
          <p:cNvSpPr>
            <a:spLocks noGrp="1"/>
          </p:cNvSpPr>
          <p:nvPr>
            <p:ph type="body" orient="vert" idx="1"/>
          </p:nvPr>
        </p:nvSpPr>
        <p:spPr>
          <a:xfrm>
            <a:off x="609600" y="277813"/>
            <a:ext cx="8026400" cy="5853112"/>
          </a:xfrm>
        </p:spPr>
        <p:txBody>
          <a:bodyPr vert="eaVert"/>
          <a:lstStyle/>
          <a:p>
            <a:pPr lvl="0"/>
            <a:r>
              <a:rPr lang="en-US" altLang="zh-CN"/>
              <a:t>Click to edit Master text styles
</a:t>
            </a:r>
            <a:r>
              <a:rPr lang="zh-CN" altLang="en-US"/>
              <a:t>第二等级
第三等级
第四等级
第五等级</a:t>
            </a:r>
          </a:p>
        </p:txBody>
      </p:sp>
      <p:sp>
        <p:nvSpPr>
          <p:cNvPr id="4" name="Rectangle 4">
            <a:extLst>
              <a:ext uri="{FF2B5EF4-FFF2-40B4-BE49-F238E27FC236}">
                <a16:creationId xmlns:a16="http://schemas.microsoft.com/office/drawing/2014/main" id="{CFFD7798-ED80-B24E-B151-366D65E34675}"/>
              </a:ext>
            </a:extLst>
          </p:cNvPr>
          <p:cNvSpPr>
            <a:spLocks noGrp="1" noChangeArrowheads="1"/>
          </p:cNvSpPr>
          <p:nvPr>
            <p:ph type="dt" sz="half" idx="10"/>
          </p:nvPr>
        </p:nvSpPr>
        <p:spPr>
          <a:ln/>
        </p:spPr>
        <p:txBody>
          <a:bodyPr/>
          <a:lstStyle>
            <a:lvl1pPr>
              <a:defRPr/>
            </a:lvl1pPr>
          </a:lstStyle>
          <a:p>
            <a:pPr>
              <a:defRPr/>
            </a:pPr>
            <a:fld id="{0A4DBAA3-2998-40C9-B910-06C518E9D3C1}"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62E20A57-1A42-E11C-3916-EA0F73254DF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BC6126B-13B7-A0F6-22FF-85D8AAC8A933}"/>
              </a:ext>
            </a:extLst>
          </p:cNvPr>
          <p:cNvSpPr>
            <a:spLocks noGrp="1" noChangeArrowheads="1"/>
          </p:cNvSpPr>
          <p:nvPr>
            <p:ph type="sldNum" sz="quarter" idx="12"/>
          </p:nvPr>
        </p:nvSpPr>
        <p:spPr>
          <a:ln/>
        </p:spPr>
        <p:txBody>
          <a:bodyPr/>
          <a:lstStyle>
            <a:lvl1pPr>
              <a:defRPr/>
            </a:lvl1pPr>
          </a:lstStyle>
          <a:p>
            <a:fld id="{BDADD5A2-F90B-4DA8-994F-DF595458F755}" type="slidenum">
              <a:rPr lang="en-US" altLang="zh-CN"/>
              <a:pPr/>
              <a:t>‹#›</a:t>
            </a:fld>
            <a:endParaRPr lang="en-US" altLang="zh-CN"/>
          </a:p>
        </p:txBody>
      </p:sp>
    </p:spTree>
    <p:extLst>
      <p:ext uri="{BB962C8B-B14F-4D97-AF65-F5344CB8AC3E}">
        <p14:creationId xmlns:p14="http://schemas.microsoft.com/office/powerpoint/2010/main" val="28279562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7813"/>
            <a:ext cx="10972800" cy="5853112"/>
          </a:xfrm>
        </p:spPr>
        <p:txBody>
          <a:bodyPr/>
          <a:lstStyle/>
          <a:p>
            <a:pPr lvl="0"/>
            <a:r>
              <a:rPr lang="en-US" altLang="zh-CN"/>
              <a:t>Click to edit Master text styles
</a:t>
            </a:r>
            <a:r>
              <a:rPr lang="zh-CN" altLang="en-US"/>
              <a:t>第二等级
第三等级
第四等级
第五等级</a:t>
            </a:r>
          </a:p>
        </p:txBody>
      </p:sp>
      <p:sp>
        <p:nvSpPr>
          <p:cNvPr id="3" name="Rectangle 4">
            <a:extLst>
              <a:ext uri="{FF2B5EF4-FFF2-40B4-BE49-F238E27FC236}">
                <a16:creationId xmlns:a16="http://schemas.microsoft.com/office/drawing/2014/main" id="{B2164909-8D60-278B-7B6A-2A1FAA477AA5}"/>
              </a:ext>
            </a:extLst>
          </p:cNvPr>
          <p:cNvSpPr>
            <a:spLocks noGrp="1" noChangeArrowheads="1"/>
          </p:cNvSpPr>
          <p:nvPr>
            <p:ph type="dt" sz="half" idx="10"/>
          </p:nvPr>
        </p:nvSpPr>
        <p:spPr>
          <a:ln/>
        </p:spPr>
        <p:txBody>
          <a:bodyPr/>
          <a:lstStyle>
            <a:lvl1pPr>
              <a:defRPr/>
            </a:lvl1pPr>
          </a:lstStyle>
          <a:p>
            <a:pPr>
              <a:defRPr/>
            </a:pPr>
            <a:fld id="{914BF9E1-BB30-4835-9EAB-C00629A65EF0}" type="datetime1">
              <a:rPr lang="zh-CN" altLang="en-US"/>
              <a:pPr>
                <a:defRPr/>
              </a:pPr>
              <a:t>2024/12/18</a:t>
            </a:fld>
            <a:endParaRPr lang="en-US" altLang="zh-CN"/>
          </a:p>
        </p:txBody>
      </p:sp>
      <p:sp>
        <p:nvSpPr>
          <p:cNvPr id="4" name="Rectangle 5">
            <a:extLst>
              <a:ext uri="{FF2B5EF4-FFF2-40B4-BE49-F238E27FC236}">
                <a16:creationId xmlns:a16="http://schemas.microsoft.com/office/drawing/2014/main" id="{0903B986-DE26-068F-8037-9687289976E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39DBCBAB-5580-262F-EF8C-DBD637389965}"/>
              </a:ext>
            </a:extLst>
          </p:cNvPr>
          <p:cNvSpPr>
            <a:spLocks noGrp="1" noChangeArrowheads="1"/>
          </p:cNvSpPr>
          <p:nvPr>
            <p:ph type="sldNum" sz="quarter" idx="12"/>
          </p:nvPr>
        </p:nvSpPr>
        <p:spPr>
          <a:ln/>
        </p:spPr>
        <p:txBody>
          <a:bodyPr/>
          <a:lstStyle>
            <a:lvl1pPr>
              <a:defRPr/>
            </a:lvl1pPr>
          </a:lstStyle>
          <a:p>
            <a:fld id="{EB630B0B-B6BC-400C-8319-C9C5CE5FE1CD}" type="slidenum">
              <a:rPr lang="en-US" altLang="zh-CN"/>
              <a:pPr/>
              <a:t>‹#›</a:t>
            </a:fld>
            <a:endParaRPr lang="en-US" altLang="zh-CN"/>
          </a:p>
        </p:txBody>
      </p:sp>
    </p:spTree>
    <p:extLst>
      <p:ext uri="{BB962C8B-B14F-4D97-AF65-F5344CB8AC3E}">
        <p14:creationId xmlns:p14="http://schemas.microsoft.com/office/powerpoint/2010/main" val="369434969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558800"/>
          </a:xfrm>
        </p:spPr>
        <p:txBody>
          <a:bodyPr/>
          <a:lstStyle/>
          <a:p>
            <a:r>
              <a:rPr lang="en-US" altLang="zh-CN"/>
              <a:t>Click to edit Master title style</a:t>
            </a:r>
            <a:endParaRPr lang="zh-CN" altLang="en-US"/>
          </a:p>
        </p:txBody>
      </p:sp>
      <p:sp>
        <p:nvSpPr>
          <p:cNvPr id="3" name="文本占位符 2"/>
          <p:cNvSpPr>
            <a:spLocks noGrp="1"/>
          </p:cNvSpPr>
          <p:nvPr>
            <p:ph type="body" sz="half" idx="1"/>
          </p:nvPr>
        </p:nvSpPr>
        <p:spPr>
          <a:xfrm>
            <a:off x="609600" y="1052513"/>
            <a:ext cx="5384800" cy="5078412"/>
          </a:xfrm>
        </p:spPr>
        <p:txBody>
          <a:bodyPr/>
          <a:lstStyle/>
          <a:p>
            <a:pPr lvl="0"/>
            <a:r>
              <a:rPr lang="en-US" altLang="zh-CN"/>
              <a:t>Click to edit Master text styles
</a:t>
            </a:r>
            <a:r>
              <a:rPr lang="zh-CN" altLang="en-US"/>
              <a:t>第二等级
第三等级
第四等级
第五等级</a:t>
            </a:r>
          </a:p>
        </p:txBody>
      </p:sp>
      <p:sp>
        <p:nvSpPr>
          <p:cNvPr id="4" name="内容占位符 3"/>
          <p:cNvSpPr>
            <a:spLocks noGrp="1"/>
          </p:cNvSpPr>
          <p:nvPr>
            <p:ph sz="half" idx="2"/>
          </p:nvPr>
        </p:nvSpPr>
        <p:spPr>
          <a:xfrm>
            <a:off x="6197600" y="1052513"/>
            <a:ext cx="5384800" cy="5078412"/>
          </a:xfrm>
        </p:spPr>
        <p:txBody>
          <a:bodyPr/>
          <a:lstStyle/>
          <a:p>
            <a:pPr lvl="0"/>
            <a:r>
              <a:rPr lang="en-US" altLang="zh-CN"/>
              <a:t>Click to edit Master text styles
</a:t>
            </a:r>
            <a:r>
              <a:rPr lang="zh-CN" altLang="en-US"/>
              <a:t>第二等级
第三等级
第四等级
第五等级</a:t>
            </a:r>
          </a:p>
        </p:txBody>
      </p:sp>
      <p:sp>
        <p:nvSpPr>
          <p:cNvPr id="5" name="Rectangle 4">
            <a:extLst>
              <a:ext uri="{FF2B5EF4-FFF2-40B4-BE49-F238E27FC236}">
                <a16:creationId xmlns:a16="http://schemas.microsoft.com/office/drawing/2014/main" id="{06C4826D-EB57-BA54-343C-382BBE8968E9}"/>
              </a:ext>
            </a:extLst>
          </p:cNvPr>
          <p:cNvSpPr>
            <a:spLocks noGrp="1" noChangeArrowheads="1"/>
          </p:cNvSpPr>
          <p:nvPr>
            <p:ph type="dt" sz="half" idx="10"/>
          </p:nvPr>
        </p:nvSpPr>
        <p:spPr>
          <a:ln/>
        </p:spPr>
        <p:txBody>
          <a:bodyPr/>
          <a:lstStyle>
            <a:lvl1pPr>
              <a:defRPr/>
            </a:lvl1pPr>
          </a:lstStyle>
          <a:p>
            <a:pPr>
              <a:defRPr/>
            </a:pPr>
            <a:fld id="{C4846188-CEAB-4926-9600-C6BB9765CF15}"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0741F2CC-B2A7-B9C4-FB30-0DDD4F1FB78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1239481E-4A50-936F-C709-AD65C403169B}"/>
              </a:ext>
            </a:extLst>
          </p:cNvPr>
          <p:cNvSpPr>
            <a:spLocks noGrp="1" noChangeArrowheads="1"/>
          </p:cNvSpPr>
          <p:nvPr>
            <p:ph type="sldNum" sz="quarter" idx="12"/>
          </p:nvPr>
        </p:nvSpPr>
        <p:spPr>
          <a:ln/>
        </p:spPr>
        <p:txBody>
          <a:bodyPr/>
          <a:lstStyle>
            <a:lvl1pPr>
              <a:defRPr/>
            </a:lvl1pPr>
          </a:lstStyle>
          <a:p>
            <a:fld id="{E753C507-5E81-4EDD-8B37-89C2AC130D4D}" type="slidenum">
              <a:rPr lang="en-US" altLang="zh-CN"/>
              <a:pPr/>
              <a:t>‹#›</a:t>
            </a:fld>
            <a:endParaRPr lang="en-US" altLang="zh-CN"/>
          </a:p>
        </p:txBody>
      </p:sp>
    </p:spTree>
    <p:extLst>
      <p:ext uri="{BB962C8B-B14F-4D97-AF65-F5344CB8AC3E}">
        <p14:creationId xmlns:p14="http://schemas.microsoft.com/office/powerpoint/2010/main" val="12161750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6" Type="http://schemas.openxmlformats.org/officeDocument/2006/relationships/image" Target="../media/image2.png"/><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1.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B46CC96-1367-D2D2-83C5-CBD814B185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29C27DF-A652-754D-0F25-ED132A4EB9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71E7EBD-08B5-4B98-9A7B-2C76304285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A54D5B-F427-4FCB-8C69-7D5758C234E0}" type="datetimeFigureOut">
              <a:rPr lang="zh-CN" altLang="en-US" smtClean="0"/>
              <a:t>2024/12/18</a:t>
            </a:fld>
            <a:endParaRPr lang="zh-CN" altLang="en-US"/>
          </a:p>
        </p:txBody>
      </p:sp>
      <p:sp>
        <p:nvSpPr>
          <p:cNvPr id="5" name="页脚占位符 4">
            <a:extLst>
              <a:ext uri="{FF2B5EF4-FFF2-40B4-BE49-F238E27FC236}">
                <a16:creationId xmlns:a16="http://schemas.microsoft.com/office/drawing/2014/main" id="{9526610D-7591-68D2-E48B-9915B55897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168DB73-CBBE-20F7-6005-E288ADAB1F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8891BD-E8EA-41A7-9079-0E34C2E5DCC8}" type="slidenum">
              <a:rPr lang="zh-CN" altLang="en-US" smtClean="0"/>
              <a:t>‹#›</a:t>
            </a:fld>
            <a:endParaRPr lang="zh-CN" altLang="en-US"/>
          </a:p>
        </p:txBody>
      </p:sp>
    </p:spTree>
    <p:extLst>
      <p:ext uri="{BB962C8B-B14F-4D97-AF65-F5344CB8AC3E}">
        <p14:creationId xmlns:p14="http://schemas.microsoft.com/office/powerpoint/2010/main" val="26774085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E62F9544-331C-71D1-805D-4BD75CC9B3F6}"/>
              </a:ext>
            </a:extLst>
          </p:cNvPr>
          <p:cNvSpPr>
            <a:spLocks noGrp="1" noChangeArrowheads="1"/>
          </p:cNvSpPr>
          <p:nvPr>
            <p:ph type="title"/>
          </p:nvPr>
        </p:nvSpPr>
        <p:spPr bwMode="auto">
          <a:xfrm>
            <a:off x="609600" y="277813"/>
            <a:ext cx="109728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4099" name="Rectangle 3">
            <a:extLst>
              <a:ext uri="{FF2B5EF4-FFF2-40B4-BE49-F238E27FC236}">
                <a16:creationId xmlns:a16="http://schemas.microsoft.com/office/drawing/2014/main" id="{386028D9-A944-814A-0E29-B3C4DF512AD5}"/>
              </a:ext>
            </a:extLst>
          </p:cNvPr>
          <p:cNvSpPr>
            <a:spLocks noGrp="1" noChangeArrowheads="1"/>
          </p:cNvSpPr>
          <p:nvPr>
            <p:ph type="body" idx="1"/>
          </p:nvPr>
        </p:nvSpPr>
        <p:spPr bwMode="auto">
          <a:xfrm>
            <a:off x="609600" y="1052513"/>
            <a:ext cx="10972800"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196" name="Rectangle 4">
            <a:extLst>
              <a:ext uri="{FF2B5EF4-FFF2-40B4-BE49-F238E27FC236}">
                <a16:creationId xmlns:a16="http://schemas.microsoft.com/office/drawing/2014/main" id="{E9F30955-CDF4-E705-739D-0188F9C141F7}"/>
              </a:ext>
            </a:extLst>
          </p:cNvPr>
          <p:cNvSpPr>
            <a:spLocks noGrp="1" noChangeArrowheads="1"/>
          </p:cNvSpPr>
          <p:nvPr>
            <p:ph type="dt" sz="half" idx="2"/>
          </p:nvPr>
        </p:nvSpPr>
        <p:spPr bwMode="auto">
          <a:xfrm>
            <a:off x="609600" y="6243638"/>
            <a:ext cx="2844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Garamond" panose="02020404030301010803" pitchFamily="18" charset="0"/>
              </a:defRPr>
            </a:lvl1pPr>
          </a:lstStyle>
          <a:p>
            <a:fld id="{E07C4E20-7ABE-4D7A-89CA-809D10B5CFCD}" type="datetime1">
              <a:rPr lang="zh-CN" altLang="en-US"/>
              <a:pPr/>
              <a:t>2024/12/18</a:t>
            </a:fld>
            <a:endParaRPr lang="en-US" altLang="zh-CN"/>
          </a:p>
        </p:txBody>
      </p:sp>
      <p:sp>
        <p:nvSpPr>
          <p:cNvPr id="8197" name="Rectangle 5">
            <a:extLst>
              <a:ext uri="{FF2B5EF4-FFF2-40B4-BE49-F238E27FC236}">
                <a16:creationId xmlns:a16="http://schemas.microsoft.com/office/drawing/2014/main" id="{A4DDE06D-74AD-2791-D09C-48DA1CE281F1}"/>
              </a:ext>
            </a:extLst>
          </p:cNvPr>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Garamond" panose="02020404030301010803" pitchFamily="18" charset="0"/>
              </a:defRPr>
            </a:lvl1pPr>
          </a:lstStyle>
          <a:p>
            <a:endParaRPr lang="en-US" altLang="zh-CN"/>
          </a:p>
        </p:txBody>
      </p:sp>
      <p:sp>
        <p:nvSpPr>
          <p:cNvPr id="8198" name="Rectangle 6">
            <a:extLst>
              <a:ext uri="{FF2B5EF4-FFF2-40B4-BE49-F238E27FC236}">
                <a16:creationId xmlns:a16="http://schemas.microsoft.com/office/drawing/2014/main" id="{C0FC981B-750F-EB3E-1300-08D43BEC5760}"/>
              </a:ext>
            </a:extLst>
          </p:cNvPr>
          <p:cNvSpPr>
            <a:spLocks noGrp="1" noChangeArrowheads="1"/>
          </p:cNvSpPr>
          <p:nvPr>
            <p:ph type="sldNum" sz="quarter" idx="4"/>
          </p:nvPr>
        </p:nvSpPr>
        <p:spPr bwMode="auto">
          <a:xfrm>
            <a:off x="4690533" y="6243638"/>
            <a:ext cx="2844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Arial" panose="020B0604020202020204" pitchFamily="34" charset="0"/>
              </a:defRPr>
            </a:lvl1pPr>
          </a:lstStyle>
          <a:p>
            <a:fld id="{F5CBAC3C-07C2-43D3-8E68-10244162A4B8}" type="slidenum">
              <a:rPr lang="en-US" altLang="zh-CN"/>
              <a:pPr/>
              <a:t>‹#›</a:t>
            </a:fld>
            <a:endParaRPr lang="en-US" altLang="zh-CN"/>
          </a:p>
        </p:txBody>
      </p:sp>
      <p:sp>
        <p:nvSpPr>
          <p:cNvPr id="15367" name="Freeform 7">
            <a:extLst>
              <a:ext uri="{FF2B5EF4-FFF2-40B4-BE49-F238E27FC236}">
                <a16:creationId xmlns:a16="http://schemas.microsoft.com/office/drawing/2014/main" id="{A73F4E86-DCEF-312E-B1B5-8DAE04C3A47A}"/>
              </a:ext>
            </a:extLst>
          </p:cNvPr>
          <p:cNvSpPr>
            <a:spLocks noChangeArrowheads="1"/>
          </p:cNvSpPr>
          <p:nvPr/>
        </p:nvSpPr>
        <p:spPr bwMode="auto">
          <a:xfrm>
            <a:off x="508000" y="228600"/>
            <a:ext cx="10972800" cy="609600"/>
          </a:xfrm>
          <a:custGeom>
            <a:avLst/>
            <a:gdLst>
              <a:gd name="T0" fmla="*/ 0 w 1000"/>
              <a:gd name="T1" fmla="*/ 2147483647 h 1000"/>
              <a:gd name="T2" fmla="*/ 0 w 1000"/>
              <a:gd name="T3" fmla="*/ 0 h 1000"/>
              <a:gd name="T4" fmla="*/ 2147483647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p:spPr>
        <p:txBody>
          <a:bodyPr/>
          <a:lstStyle/>
          <a:p>
            <a:pPr>
              <a:defRPr/>
            </a:pPr>
            <a:endParaRPr lang="zh-CN" altLang="en-US" sz="1800"/>
          </a:p>
        </p:txBody>
      </p:sp>
      <p:sp>
        <p:nvSpPr>
          <p:cNvPr id="15368" name="Line 8">
            <a:extLst>
              <a:ext uri="{FF2B5EF4-FFF2-40B4-BE49-F238E27FC236}">
                <a16:creationId xmlns:a16="http://schemas.microsoft.com/office/drawing/2014/main" id="{6066CC66-3BC0-2F7A-6C1E-4D2AABD829E0}"/>
              </a:ext>
            </a:extLst>
          </p:cNvPr>
          <p:cNvSpPr>
            <a:spLocks noChangeShapeType="1"/>
          </p:cNvSpPr>
          <p:nvPr/>
        </p:nvSpPr>
        <p:spPr bwMode="auto">
          <a:xfrm>
            <a:off x="609600" y="6172200"/>
            <a:ext cx="10972800" cy="0"/>
          </a:xfrm>
          <a:prstGeom prst="line">
            <a:avLst/>
          </a:prstGeom>
          <a:noFill/>
          <a:ln w="19050">
            <a:solidFill>
              <a:schemeClr val="accent1"/>
            </a:solidFill>
            <a:round/>
            <a:headEnd/>
            <a:tailEnd/>
          </a:ln>
        </p:spPr>
        <p:txBody>
          <a:bodyPr/>
          <a:lstStyle/>
          <a:p>
            <a:pPr>
              <a:defRPr/>
            </a:pPr>
            <a:endParaRPr lang="zh-CN" altLang="en-US" sz="1800"/>
          </a:p>
        </p:txBody>
      </p:sp>
      <p:pic>
        <p:nvPicPr>
          <p:cNvPr id="4105" name="Picture 9">
            <a:extLst>
              <a:ext uri="{FF2B5EF4-FFF2-40B4-BE49-F238E27FC236}">
                <a16:creationId xmlns:a16="http://schemas.microsoft.com/office/drawing/2014/main" id="{9EAC55F4-3F00-9960-FAD1-118681CCF1C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347200" y="5867400"/>
            <a:ext cx="261620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6" name="Picture 10">
            <a:extLst>
              <a:ext uri="{FF2B5EF4-FFF2-40B4-BE49-F238E27FC236}">
                <a16:creationId xmlns:a16="http://schemas.microsoft.com/office/drawing/2014/main" id="{6F88E52C-153E-DD60-DF50-EAE32090304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9600" y="5791200"/>
            <a:ext cx="10922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3" name="Text Box 11">
            <a:extLst>
              <a:ext uri="{FF2B5EF4-FFF2-40B4-BE49-F238E27FC236}">
                <a16:creationId xmlns:a16="http://schemas.microsoft.com/office/drawing/2014/main" id="{EAD491BC-9E74-1296-379A-E7D2AA64300C}"/>
              </a:ext>
            </a:extLst>
          </p:cNvPr>
          <p:cNvSpPr txBox="1">
            <a:spLocks noChangeArrowheads="1"/>
          </p:cNvSpPr>
          <p:nvPr/>
        </p:nvSpPr>
        <p:spPr bwMode="auto">
          <a:xfrm>
            <a:off x="8401051" y="620714"/>
            <a:ext cx="3888316" cy="396875"/>
          </a:xfrm>
          <a:prstGeom prst="rect">
            <a:avLst/>
          </a:prstGeom>
          <a:noFill/>
          <a:ln w="9525">
            <a:noFill/>
            <a:miter lim="800000"/>
            <a:headEnd/>
            <a:tailEnd/>
          </a:ln>
          <a:effectLst/>
        </p:spPr>
        <p:txBody>
          <a:bodyPr>
            <a:spAutoFit/>
          </a:bodyPr>
          <a:lstStyle/>
          <a:p>
            <a:pPr algn="ctr">
              <a:spcBef>
                <a:spcPct val="50000"/>
              </a:spcBef>
              <a:defRPr/>
            </a:pPr>
            <a:r>
              <a:rPr lang="zh-CN" altLang="en-US" sz="2000" b="1">
                <a:solidFill>
                  <a:srgbClr val="E20000"/>
                </a:solidFill>
                <a:latin typeface="方正舒体" pitchFamily="2" charset="-122"/>
                <a:ea typeface="方正舒体" pitchFamily="2" charset="-122"/>
              </a:rPr>
              <a:t>软件工程</a:t>
            </a:r>
          </a:p>
        </p:txBody>
      </p:sp>
    </p:spTree>
    <p:extLst>
      <p:ext uri="{BB962C8B-B14F-4D97-AF65-F5344CB8AC3E}">
        <p14:creationId xmlns:p14="http://schemas.microsoft.com/office/powerpoint/2010/main" val="33420843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rtl="0" eaLnBrk="0" fontAlgn="base" hangingPunct="0">
        <a:spcBef>
          <a:spcPct val="0"/>
        </a:spcBef>
        <a:spcAft>
          <a:spcPct val="0"/>
        </a:spcAft>
        <a:defRPr sz="3000" b="1">
          <a:solidFill>
            <a:schemeClr val="tx2"/>
          </a:solidFill>
          <a:latin typeface="+mj-lt"/>
          <a:ea typeface="+mj-ea"/>
          <a:cs typeface="宋体" charset="0"/>
        </a:defRPr>
      </a:lvl1pPr>
      <a:lvl2pPr algn="l" rtl="0" eaLnBrk="0" fontAlgn="base" hangingPunct="0">
        <a:spcBef>
          <a:spcPct val="0"/>
        </a:spcBef>
        <a:spcAft>
          <a:spcPct val="0"/>
        </a:spcAft>
        <a:defRPr sz="3000" b="1">
          <a:solidFill>
            <a:schemeClr val="tx2"/>
          </a:solidFill>
          <a:latin typeface="Garamond" pitchFamily="18" charset="0"/>
          <a:ea typeface="宋体" pitchFamily="2" charset="-122"/>
          <a:cs typeface="宋体" charset="0"/>
        </a:defRPr>
      </a:lvl2pPr>
      <a:lvl3pPr algn="l" rtl="0" eaLnBrk="0" fontAlgn="base" hangingPunct="0">
        <a:spcBef>
          <a:spcPct val="0"/>
        </a:spcBef>
        <a:spcAft>
          <a:spcPct val="0"/>
        </a:spcAft>
        <a:defRPr sz="3000" b="1">
          <a:solidFill>
            <a:schemeClr val="tx2"/>
          </a:solidFill>
          <a:latin typeface="Garamond" pitchFamily="18" charset="0"/>
          <a:ea typeface="宋体" pitchFamily="2" charset="-122"/>
          <a:cs typeface="宋体" charset="0"/>
        </a:defRPr>
      </a:lvl3pPr>
      <a:lvl4pPr algn="l" rtl="0" eaLnBrk="0" fontAlgn="base" hangingPunct="0">
        <a:spcBef>
          <a:spcPct val="0"/>
        </a:spcBef>
        <a:spcAft>
          <a:spcPct val="0"/>
        </a:spcAft>
        <a:defRPr sz="3000" b="1">
          <a:solidFill>
            <a:schemeClr val="tx2"/>
          </a:solidFill>
          <a:latin typeface="Garamond" pitchFamily="18" charset="0"/>
          <a:ea typeface="宋体" pitchFamily="2" charset="-122"/>
          <a:cs typeface="宋体" charset="0"/>
        </a:defRPr>
      </a:lvl4pPr>
      <a:lvl5pPr algn="l" rtl="0" eaLnBrk="0" fontAlgn="base" hangingPunct="0">
        <a:spcBef>
          <a:spcPct val="0"/>
        </a:spcBef>
        <a:spcAft>
          <a:spcPct val="0"/>
        </a:spcAft>
        <a:defRPr sz="3000" b="1">
          <a:solidFill>
            <a:schemeClr val="tx2"/>
          </a:solidFill>
          <a:latin typeface="Garamond" pitchFamily="18" charset="0"/>
          <a:ea typeface="宋体" pitchFamily="2" charset="-122"/>
          <a:cs typeface="宋体" charset="0"/>
        </a:defRPr>
      </a:lvl5pPr>
      <a:lvl6pPr marL="457200" algn="l" rtl="0" eaLnBrk="1" fontAlgn="base" hangingPunct="1">
        <a:spcBef>
          <a:spcPct val="0"/>
        </a:spcBef>
        <a:spcAft>
          <a:spcPct val="0"/>
        </a:spcAft>
        <a:defRPr sz="3000" b="1">
          <a:solidFill>
            <a:schemeClr val="tx2"/>
          </a:solidFill>
          <a:latin typeface="Garamond" pitchFamily="18" charset="0"/>
          <a:ea typeface="宋体" pitchFamily="2" charset="-122"/>
        </a:defRPr>
      </a:lvl6pPr>
      <a:lvl7pPr marL="914400" algn="l" rtl="0" eaLnBrk="1" fontAlgn="base" hangingPunct="1">
        <a:spcBef>
          <a:spcPct val="0"/>
        </a:spcBef>
        <a:spcAft>
          <a:spcPct val="0"/>
        </a:spcAft>
        <a:defRPr sz="3000" b="1">
          <a:solidFill>
            <a:schemeClr val="tx2"/>
          </a:solidFill>
          <a:latin typeface="Garamond" pitchFamily="18" charset="0"/>
          <a:ea typeface="宋体" pitchFamily="2" charset="-122"/>
        </a:defRPr>
      </a:lvl7pPr>
      <a:lvl8pPr marL="1371600" algn="l" rtl="0" eaLnBrk="1" fontAlgn="base" hangingPunct="1">
        <a:spcBef>
          <a:spcPct val="0"/>
        </a:spcBef>
        <a:spcAft>
          <a:spcPct val="0"/>
        </a:spcAft>
        <a:defRPr sz="3000" b="1">
          <a:solidFill>
            <a:schemeClr val="tx2"/>
          </a:solidFill>
          <a:latin typeface="Garamond" pitchFamily="18" charset="0"/>
          <a:ea typeface="宋体" pitchFamily="2" charset="-122"/>
        </a:defRPr>
      </a:lvl8pPr>
      <a:lvl9pPr marL="1828800" algn="l" rtl="0" eaLnBrk="1" fontAlgn="base" hangingPunct="1">
        <a:spcBef>
          <a:spcPct val="0"/>
        </a:spcBef>
        <a:spcAft>
          <a:spcPct val="0"/>
        </a:spcAft>
        <a:defRPr sz="3000" b="1">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400" b="1">
          <a:solidFill>
            <a:schemeClr val="tx1"/>
          </a:solidFill>
          <a:latin typeface="+mn-lt"/>
          <a:ea typeface="+mn-ea"/>
          <a:cs typeface="宋体" charset="0"/>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b="1">
          <a:solidFill>
            <a:schemeClr val="tx1"/>
          </a:solidFill>
          <a:latin typeface="+mn-lt"/>
          <a:ea typeface="+mn-ea"/>
          <a:cs typeface="宋体" charset="0"/>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b="1">
          <a:solidFill>
            <a:schemeClr val="tx1"/>
          </a:solidFill>
          <a:latin typeface="+mn-lt"/>
          <a:ea typeface="+mn-ea"/>
          <a:cs typeface="宋体" charset="0"/>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b="1">
          <a:solidFill>
            <a:schemeClr val="tx1"/>
          </a:solidFill>
          <a:latin typeface="+mn-lt"/>
          <a:ea typeface="+mn-ea"/>
          <a:cs typeface="宋体" charset="0"/>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mn-lt"/>
          <a:ea typeface="+mn-ea"/>
          <a:cs typeface="宋体" charset="0"/>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AA921612-B37D-1329-16B3-D4F95DA8EAFD}"/>
              </a:ext>
            </a:extLst>
          </p:cNvPr>
          <p:cNvSpPr>
            <a:spLocks noGrp="1" noChangeArrowheads="1"/>
          </p:cNvSpPr>
          <p:nvPr>
            <p:ph type="title"/>
          </p:nvPr>
        </p:nvSpPr>
        <p:spPr bwMode="auto">
          <a:xfrm>
            <a:off x="609600" y="277813"/>
            <a:ext cx="109728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2051" name="Rectangle 3">
            <a:extLst>
              <a:ext uri="{FF2B5EF4-FFF2-40B4-BE49-F238E27FC236}">
                <a16:creationId xmlns:a16="http://schemas.microsoft.com/office/drawing/2014/main" id="{9D6C56C3-4E3F-F592-C80F-6C43E28C7E71}"/>
              </a:ext>
            </a:extLst>
          </p:cNvPr>
          <p:cNvSpPr>
            <a:spLocks noGrp="1" noChangeArrowheads="1"/>
          </p:cNvSpPr>
          <p:nvPr>
            <p:ph type="body" idx="1"/>
          </p:nvPr>
        </p:nvSpPr>
        <p:spPr bwMode="auto">
          <a:xfrm>
            <a:off x="609600" y="1052513"/>
            <a:ext cx="10972800"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196" name="Rectangle 4">
            <a:extLst>
              <a:ext uri="{FF2B5EF4-FFF2-40B4-BE49-F238E27FC236}">
                <a16:creationId xmlns:a16="http://schemas.microsoft.com/office/drawing/2014/main" id="{33519742-AAE5-FFEB-7162-B288D04A4898}"/>
              </a:ext>
            </a:extLst>
          </p:cNvPr>
          <p:cNvSpPr>
            <a:spLocks noGrp="1" noChangeArrowheads="1"/>
          </p:cNvSpPr>
          <p:nvPr>
            <p:ph type="dt" sz="half" idx="2"/>
          </p:nvPr>
        </p:nvSpPr>
        <p:spPr bwMode="auto">
          <a:xfrm>
            <a:off x="609600" y="6243638"/>
            <a:ext cx="2844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Garamond" panose="02020404030301010803" pitchFamily="18" charset="0"/>
              </a:defRPr>
            </a:lvl1pPr>
          </a:lstStyle>
          <a:p>
            <a:pPr>
              <a:defRPr/>
            </a:pPr>
            <a:fld id="{3F92BFAE-DE6B-4FCB-BA20-E2E88333920E}" type="datetime1">
              <a:rPr lang="zh-CN" altLang="en-US"/>
              <a:pPr>
                <a:defRPr/>
              </a:pPr>
              <a:t>2024/12/18</a:t>
            </a:fld>
            <a:endParaRPr lang="en-US" altLang="zh-CN"/>
          </a:p>
        </p:txBody>
      </p:sp>
      <p:sp>
        <p:nvSpPr>
          <p:cNvPr id="8197" name="Rectangle 5">
            <a:extLst>
              <a:ext uri="{FF2B5EF4-FFF2-40B4-BE49-F238E27FC236}">
                <a16:creationId xmlns:a16="http://schemas.microsoft.com/office/drawing/2014/main" id="{35D97AE5-4063-D8B0-2022-4AA1A2B3ACC4}"/>
              </a:ext>
            </a:extLst>
          </p:cNvPr>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Garamond" panose="02020404030301010803" pitchFamily="18" charset="0"/>
              </a:defRPr>
            </a:lvl1pPr>
          </a:lstStyle>
          <a:p>
            <a:pPr>
              <a:defRPr/>
            </a:pPr>
            <a:endParaRPr lang="en-US" altLang="zh-CN"/>
          </a:p>
        </p:txBody>
      </p:sp>
      <p:sp>
        <p:nvSpPr>
          <p:cNvPr id="8198" name="Rectangle 6">
            <a:extLst>
              <a:ext uri="{FF2B5EF4-FFF2-40B4-BE49-F238E27FC236}">
                <a16:creationId xmlns:a16="http://schemas.microsoft.com/office/drawing/2014/main" id="{D44834BD-1089-FCA1-FEE9-66176EA8D0A8}"/>
              </a:ext>
            </a:extLst>
          </p:cNvPr>
          <p:cNvSpPr>
            <a:spLocks noGrp="1" noChangeArrowheads="1"/>
          </p:cNvSpPr>
          <p:nvPr>
            <p:ph type="sldNum" sz="quarter" idx="4"/>
          </p:nvPr>
        </p:nvSpPr>
        <p:spPr bwMode="auto">
          <a:xfrm>
            <a:off x="4690533" y="6243638"/>
            <a:ext cx="2844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Arial" panose="020B0604020202020204" pitchFamily="34" charset="0"/>
              </a:defRPr>
            </a:lvl1pPr>
          </a:lstStyle>
          <a:p>
            <a:fld id="{8D958C2F-37D2-48A4-B405-7E1448E3700A}" type="slidenum">
              <a:rPr lang="en-US" altLang="zh-CN"/>
              <a:pPr/>
              <a:t>‹#›</a:t>
            </a:fld>
            <a:endParaRPr lang="en-US" altLang="zh-CN"/>
          </a:p>
        </p:txBody>
      </p:sp>
      <p:sp>
        <p:nvSpPr>
          <p:cNvPr id="2055" name="Freeform 7">
            <a:extLst>
              <a:ext uri="{FF2B5EF4-FFF2-40B4-BE49-F238E27FC236}">
                <a16:creationId xmlns:a16="http://schemas.microsoft.com/office/drawing/2014/main" id="{E28B7F14-1E00-C297-590A-C19162F7EF68}"/>
              </a:ext>
            </a:extLst>
          </p:cNvPr>
          <p:cNvSpPr>
            <a:spLocks noChangeArrowheads="1"/>
          </p:cNvSpPr>
          <p:nvPr/>
        </p:nvSpPr>
        <p:spPr bwMode="auto">
          <a:xfrm>
            <a:off x="508000" y="228600"/>
            <a:ext cx="109728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sz="1800"/>
          </a:p>
        </p:txBody>
      </p:sp>
      <p:sp>
        <p:nvSpPr>
          <p:cNvPr id="2056" name="Line 8">
            <a:extLst>
              <a:ext uri="{FF2B5EF4-FFF2-40B4-BE49-F238E27FC236}">
                <a16:creationId xmlns:a16="http://schemas.microsoft.com/office/drawing/2014/main" id="{163CAC44-5EFE-9F81-D5DA-31BB98D26E5C}"/>
              </a:ext>
            </a:extLst>
          </p:cNvPr>
          <p:cNvSpPr>
            <a:spLocks noChangeShapeType="1"/>
          </p:cNvSpPr>
          <p:nvPr/>
        </p:nvSpPr>
        <p:spPr bwMode="auto">
          <a:xfrm>
            <a:off x="609600" y="6172200"/>
            <a:ext cx="109728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pic>
        <p:nvPicPr>
          <p:cNvPr id="2057" name="Picture 9">
            <a:extLst>
              <a:ext uri="{FF2B5EF4-FFF2-40B4-BE49-F238E27FC236}">
                <a16:creationId xmlns:a16="http://schemas.microsoft.com/office/drawing/2014/main" id="{1084074B-1132-0FBD-8D81-A6201F61659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347200" y="5867400"/>
            <a:ext cx="261620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8" name="Picture 10">
            <a:extLst>
              <a:ext uri="{FF2B5EF4-FFF2-40B4-BE49-F238E27FC236}">
                <a16:creationId xmlns:a16="http://schemas.microsoft.com/office/drawing/2014/main" id="{E2DF1D2B-DFA2-BD24-05E5-011402519314}"/>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9600" y="5791200"/>
            <a:ext cx="10922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9" name="Text Box 11">
            <a:extLst>
              <a:ext uri="{FF2B5EF4-FFF2-40B4-BE49-F238E27FC236}">
                <a16:creationId xmlns:a16="http://schemas.microsoft.com/office/drawing/2014/main" id="{6E733D91-A699-FD38-5408-501897A61774}"/>
              </a:ext>
            </a:extLst>
          </p:cNvPr>
          <p:cNvSpPr txBox="1">
            <a:spLocks noChangeArrowheads="1"/>
          </p:cNvSpPr>
          <p:nvPr/>
        </p:nvSpPr>
        <p:spPr bwMode="auto">
          <a:xfrm>
            <a:off x="8401051" y="620714"/>
            <a:ext cx="3888316"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defRPr/>
            </a:pPr>
            <a:r>
              <a:rPr lang="zh-CN" altLang="en-US" sz="2000" b="1">
                <a:solidFill>
                  <a:srgbClr val="E20000"/>
                </a:solidFill>
                <a:latin typeface="方正舒体" panose="02010601030101010101" pitchFamily="2" charset="-122"/>
                <a:ea typeface="方正舒体" panose="02010601030101010101" pitchFamily="2" charset="-122"/>
              </a:rPr>
              <a:t>软件工程</a:t>
            </a:r>
          </a:p>
        </p:txBody>
      </p:sp>
    </p:spTree>
    <p:extLst>
      <p:ext uri="{BB962C8B-B14F-4D97-AF65-F5344CB8AC3E}">
        <p14:creationId xmlns:p14="http://schemas.microsoft.com/office/powerpoint/2010/main" val="128688751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hf hdr="0" ftr="0" dt="0"/>
  <p:txStyles>
    <p:titleStyle>
      <a:lvl1pPr algn="l" rtl="0" eaLnBrk="0" fontAlgn="base" hangingPunct="0">
        <a:spcBef>
          <a:spcPct val="0"/>
        </a:spcBef>
        <a:spcAft>
          <a:spcPct val="0"/>
        </a:spcAft>
        <a:defRPr sz="3000" b="1">
          <a:solidFill>
            <a:schemeClr val="tx2"/>
          </a:solidFill>
          <a:latin typeface="+mj-lt"/>
          <a:ea typeface="+mj-ea"/>
          <a:cs typeface="宋体" charset="0"/>
        </a:defRPr>
      </a:lvl1pPr>
      <a:lvl2pPr algn="l" rtl="0" eaLnBrk="0" fontAlgn="base" hangingPunct="0">
        <a:spcBef>
          <a:spcPct val="0"/>
        </a:spcBef>
        <a:spcAft>
          <a:spcPct val="0"/>
        </a:spcAft>
        <a:defRPr sz="3000" b="1">
          <a:solidFill>
            <a:schemeClr val="tx2"/>
          </a:solidFill>
          <a:latin typeface="Garamond" pitchFamily="18" charset="0"/>
          <a:ea typeface="宋体" pitchFamily="2" charset="-122"/>
          <a:cs typeface="宋体" charset="0"/>
        </a:defRPr>
      </a:lvl2pPr>
      <a:lvl3pPr algn="l" rtl="0" eaLnBrk="0" fontAlgn="base" hangingPunct="0">
        <a:spcBef>
          <a:spcPct val="0"/>
        </a:spcBef>
        <a:spcAft>
          <a:spcPct val="0"/>
        </a:spcAft>
        <a:defRPr sz="3000" b="1">
          <a:solidFill>
            <a:schemeClr val="tx2"/>
          </a:solidFill>
          <a:latin typeface="Garamond" pitchFamily="18" charset="0"/>
          <a:ea typeface="宋体" pitchFamily="2" charset="-122"/>
          <a:cs typeface="宋体" charset="0"/>
        </a:defRPr>
      </a:lvl3pPr>
      <a:lvl4pPr algn="l" rtl="0" eaLnBrk="0" fontAlgn="base" hangingPunct="0">
        <a:spcBef>
          <a:spcPct val="0"/>
        </a:spcBef>
        <a:spcAft>
          <a:spcPct val="0"/>
        </a:spcAft>
        <a:defRPr sz="3000" b="1">
          <a:solidFill>
            <a:schemeClr val="tx2"/>
          </a:solidFill>
          <a:latin typeface="Garamond" pitchFamily="18" charset="0"/>
          <a:ea typeface="宋体" pitchFamily="2" charset="-122"/>
          <a:cs typeface="宋体" charset="0"/>
        </a:defRPr>
      </a:lvl4pPr>
      <a:lvl5pPr algn="l" rtl="0" eaLnBrk="0" fontAlgn="base" hangingPunct="0">
        <a:spcBef>
          <a:spcPct val="0"/>
        </a:spcBef>
        <a:spcAft>
          <a:spcPct val="0"/>
        </a:spcAft>
        <a:defRPr sz="3000" b="1">
          <a:solidFill>
            <a:schemeClr val="tx2"/>
          </a:solidFill>
          <a:latin typeface="Garamond" pitchFamily="18" charset="0"/>
          <a:ea typeface="宋体" pitchFamily="2" charset="-122"/>
          <a:cs typeface="宋体" charset="0"/>
        </a:defRPr>
      </a:lvl5pPr>
      <a:lvl6pPr marL="457200" algn="l" rtl="0" eaLnBrk="1" fontAlgn="base" hangingPunct="1">
        <a:spcBef>
          <a:spcPct val="0"/>
        </a:spcBef>
        <a:spcAft>
          <a:spcPct val="0"/>
        </a:spcAft>
        <a:defRPr sz="3000" b="1">
          <a:solidFill>
            <a:schemeClr val="tx2"/>
          </a:solidFill>
          <a:latin typeface="Garamond" pitchFamily="18" charset="0"/>
          <a:ea typeface="宋体" pitchFamily="2" charset="-122"/>
        </a:defRPr>
      </a:lvl6pPr>
      <a:lvl7pPr marL="914400" algn="l" rtl="0" eaLnBrk="1" fontAlgn="base" hangingPunct="1">
        <a:spcBef>
          <a:spcPct val="0"/>
        </a:spcBef>
        <a:spcAft>
          <a:spcPct val="0"/>
        </a:spcAft>
        <a:defRPr sz="3000" b="1">
          <a:solidFill>
            <a:schemeClr val="tx2"/>
          </a:solidFill>
          <a:latin typeface="Garamond" pitchFamily="18" charset="0"/>
          <a:ea typeface="宋体" pitchFamily="2" charset="-122"/>
        </a:defRPr>
      </a:lvl7pPr>
      <a:lvl8pPr marL="1371600" algn="l" rtl="0" eaLnBrk="1" fontAlgn="base" hangingPunct="1">
        <a:spcBef>
          <a:spcPct val="0"/>
        </a:spcBef>
        <a:spcAft>
          <a:spcPct val="0"/>
        </a:spcAft>
        <a:defRPr sz="3000" b="1">
          <a:solidFill>
            <a:schemeClr val="tx2"/>
          </a:solidFill>
          <a:latin typeface="Garamond" pitchFamily="18" charset="0"/>
          <a:ea typeface="宋体" pitchFamily="2" charset="-122"/>
        </a:defRPr>
      </a:lvl8pPr>
      <a:lvl9pPr marL="1828800" algn="l" rtl="0" eaLnBrk="1" fontAlgn="base" hangingPunct="1">
        <a:spcBef>
          <a:spcPct val="0"/>
        </a:spcBef>
        <a:spcAft>
          <a:spcPct val="0"/>
        </a:spcAft>
        <a:defRPr sz="3000" b="1">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400" b="1">
          <a:solidFill>
            <a:schemeClr val="tx1"/>
          </a:solidFill>
          <a:latin typeface="+mn-lt"/>
          <a:ea typeface="+mn-ea"/>
          <a:cs typeface="宋体" charset="0"/>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b="1">
          <a:solidFill>
            <a:schemeClr val="tx1"/>
          </a:solidFill>
          <a:latin typeface="+mn-lt"/>
          <a:ea typeface="+mn-ea"/>
          <a:cs typeface="宋体" charset="0"/>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b="1">
          <a:solidFill>
            <a:schemeClr val="tx1"/>
          </a:solidFill>
          <a:latin typeface="+mn-lt"/>
          <a:ea typeface="+mn-ea"/>
          <a:cs typeface="宋体" charset="0"/>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b="1">
          <a:solidFill>
            <a:schemeClr val="tx1"/>
          </a:solidFill>
          <a:latin typeface="+mn-lt"/>
          <a:ea typeface="+mn-ea"/>
          <a:cs typeface="宋体" charset="0"/>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mn-lt"/>
          <a:ea typeface="+mn-ea"/>
          <a:cs typeface="宋体" charset="0"/>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bin"/><Relationship Id="rId1" Type="http://schemas.openxmlformats.org/officeDocument/2006/relationships/slideLayout" Target="../slideLayouts/slideLayout18.xml"/><Relationship Id="rId5" Type="http://schemas.openxmlformats.org/officeDocument/2006/relationships/image" Target="../media/image15.wmf"/><Relationship Id="rId4" Type="http://schemas.openxmlformats.org/officeDocument/2006/relationships/oleObject" Target="../embeddings/oleObject2.bin"/></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16.wmf"/><Relationship Id="rId7" Type="http://schemas.openxmlformats.org/officeDocument/2006/relationships/image" Target="../media/image18.wmf"/><Relationship Id="rId2" Type="http://schemas.openxmlformats.org/officeDocument/2006/relationships/oleObject" Target="../embeddings/oleObject3.bin"/><Relationship Id="rId1" Type="http://schemas.openxmlformats.org/officeDocument/2006/relationships/slideLayout" Target="../slideLayouts/slideLayout18.xml"/><Relationship Id="rId6" Type="http://schemas.openxmlformats.org/officeDocument/2006/relationships/oleObject" Target="../embeddings/oleObject5.bin"/><Relationship Id="rId11" Type="http://schemas.openxmlformats.org/officeDocument/2006/relationships/image" Target="../media/image20.wmf"/><Relationship Id="rId5" Type="http://schemas.openxmlformats.org/officeDocument/2006/relationships/image" Target="../media/image17.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19.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1.xml"/></Relationships>
</file>

<file path=ppt/slides/_rels/slide4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1.xml"/></Relationships>
</file>

<file path=ppt/slides/_rels/slide4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1.xml"/></Relationships>
</file>

<file path=ppt/slides/_rels/slide4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1.xml"/></Relationships>
</file>

<file path=ppt/slides/_rels/slide4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1.xml"/></Relationships>
</file>

<file path=ppt/slides/_rels/slide4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C320B84B-388D-9280-0B54-72C2025B1E6A}"/>
              </a:ext>
            </a:extLst>
          </p:cNvPr>
          <p:cNvSpPr>
            <a:spLocks noGrp="1" noChangeArrowheads="1"/>
          </p:cNvSpPr>
          <p:nvPr>
            <p:ph type="sldNum" sz="quarter" idx="12"/>
          </p:nvPr>
        </p:nvSpPr>
        <p:spPr>
          <a:ln/>
        </p:spPr>
        <p:txBody>
          <a:bodyPr/>
          <a:lstStyle/>
          <a:p>
            <a:pPr fontAlgn="base">
              <a:spcBef>
                <a:spcPct val="0"/>
              </a:spcBef>
              <a:spcAft>
                <a:spcPct val="0"/>
              </a:spcAft>
            </a:pPr>
            <a:fld id="{137DC942-CC46-4C3E-A672-F7081BF47ACE}" type="slidenum">
              <a:rPr kumimoji="1" lang="en-US" altLang="zh-CN">
                <a:solidFill>
                  <a:srgbClr val="000000"/>
                </a:solidFill>
                <a:ea typeface="宋体" panose="02010600030101010101" pitchFamily="2" charset="-122"/>
              </a:rPr>
              <a:pPr fontAlgn="base">
                <a:spcBef>
                  <a:spcPct val="0"/>
                </a:spcBef>
                <a:spcAft>
                  <a:spcPct val="0"/>
                </a:spcAft>
              </a:pPr>
              <a:t>1</a:t>
            </a:fld>
            <a:endParaRPr kumimoji="1" lang="en-US" altLang="zh-CN">
              <a:solidFill>
                <a:srgbClr val="000000"/>
              </a:solidFill>
              <a:ea typeface="宋体" panose="02010600030101010101" pitchFamily="2" charset="-122"/>
            </a:endParaRPr>
          </a:p>
        </p:txBody>
      </p:sp>
      <p:sp>
        <p:nvSpPr>
          <p:cNvPr id="148482" name="标题 1">
            <a:extLst>
              <a:ext uri="{FF2B5EF4-FFF2-40B4-BE49-F238E27FC236}">
                <a16:creationId xmlns:a16="http://schemas.microsoft.com/office/drawing/2014/main" id="{211CB805-96BD-B0A5-08EA-9B28362E944A}"/>
              </a:ext>
            </a:extLst>
          </p:cNvPr>
          <p:cNvSpPr>
            <a:spLocks noGrp="1"/>
          </p:cNvSpPr>
          <p:nvPr>
            <p:ph type="title" idx="4294967295"/>
          </p:nvPr>
        </p:nvSpPr>
        <p:spPr/>
        <p:txBody>
          <a:bodyPr/>
          <a:lstStyle/>
          <a:p>
            <a:r>
              <a:rPr lang="zh-CN" altLang="en-US"/>
              <a:t>黑盒测试与白盒测试</a:t>
            </a:r>
          </a:p>
        </p:txBody>
      </p:sp>
      <p:sp>
        <p:nvSpPr>
          <p:cNvPr id="148483" name="内容占位符 2">
            <a:extLst>
              <a:ext uri="{FF2B5EF4-FFF2-40B4-BE49-F238E27FC236}">
                <a16:creationId xmlns:a16="http://schemas.microsoft.com/office/drawing/2014/main" id="{CC455E22-5B65-8019-A34C-4298D99D827A}"/>
              </a:ext>
            </a:extLst>
          </p:cNvPr>
          <p:cNvSpPr>
            <a:spLocks noGrp="1"/>
          </p:cNvSpPr>
          <p:nvPr>
            <p:ph idx="4294967295"/>
          </p:nvPr>
        </p:nvSpPr>
        <p:spPr>
          <a:xfrm>
            <a:off x="1992313" y="979489"/>
            <a:ext cx="8229600" cy="5113337"/>
          </a:xfrm>
        </p:spPr>
        <p:txBody>
          <a:bodyPr/>
          <a:lstStyle/>
          <a:p>
            <a:pPr eaLnBrk="1" hangingPunct="1">
              <a:lnSpc>
                <a:spcPct val="150000"/>
              </a:lnSpc>
            </a:pPr>
            <a:r>
              <a:rPr lang="zh-CN" altLang="en-US">
                <a:latin typeface="宋体" panose="02010600030101010101" pitchFamily="2" charset="-122"/>
              </a:rPr>
              <a:t>黑盒测试：</a:t>
            </a:r>
            <a:endParaRPr lang="en-US" altLang="zh-CN">
              <a:latin typeface="宋体" panose="02010600030101010101" pitchFamily="2" charset="-122"/>
            </a:endParaRPr>
          </a:p>
          <a:p>
            <a:pPr lvl="1" eaLnBrk="1" hangingPunct="1">
              <a:lnSpc>
                <a:spcPct val="150000"/>
              </a:lnSpc>
            </a:pPr>
            <a:r>
              <a:rPr lang="zh-CN" altLang="en-US" sz="2200">
                <a:latin typeface="宋体" panose="02010600030101010101" pitchFamily="2" charset="-122"/>
              </a:rPr>
              <a:t>在软件</a:t>
            </a:r>
            <a:r>
              <a:rPr lang="zh-CN" altLang="en-US" sz="2200">
                <a:solidFill>
                  <a:srgbClr val="FF0000"/>
                </a:solidFill>
                <a:latin typeface="宋体" panose="02010600030101010101" pitchFamily="2" charset="-122"/>
              </a:rPr>
              <a:t>接口处</a:t>
            </a:r>
            <a:r>
              <a:rPr lang="zh-CN" altLang="en-US" sz="2200">
                <a:latin typeface="宋体" panose="02010600030101010101" pitchFamily="2" charset="-122"/>
              </a:rPr>
              <a:t>进行测试，检查系统的</a:t>
            </a:r>
            <a:r>
              <a:rPr lang="zh-CN" altLang="en-US" sz="2200">
                <a:solidFill>
                  <a:srgbClr val="FF0000"/>
                </a:solidFill>
                <a:latin typeface="宋体" panose="02010600030101010101" pitchFamily="2" charset="-122"/>
              </a:rPr>
              <a:t>功能方面</a:t>
            </a:r>
            <a:r>
              <a:rPr lang="zh-CN" altLang="en-US" sz="2200">
                <a:latin typeface="宋体" panose="02010600030101010101" pitchFamily="2" charset="-122"/>
              </a:rPr>
              <a:t>，不需了解软件的内部结构。</a:t>
            </a:r>
            <a:endParaRPr lang="en-US" altLang="zh-CN" sz="2200">
              <a:latin typeface="宋体" panose="02010600030101010101" pitchFamily="2" charset="-122"/>
            </a:endParaRPr>
          </a:p>
          <a:p>
            <a:pPr eaLnBrk="1" hangingPunct="1">
              <a:lnSpc>
                <a:spcPct val="150000"/>
              </a:lnSpc>
            </a:pPr>
            <a:r>
              <a:rPr lang="zh-CN" altLang="en-US">
                <a:latin typeface="宋体" panose="02010600030101010101" pitchFamily="2" charset="-122"/>
              </a:rPr>
              <a:t>白盒测试：</a:t>
            </a:r>
            <a:endParaRPr lang="en-US" altLang="zh-CN">
              <a:latin typeface="宋体" panose="02010600030101010101" pitchFamily="2" charset="-122"/>
            </a:endParaRPr>
          </a:p>
          <a:p>
            <a:pPr lvl="1" eaLnBrk="1" hangingPunct="1">
              <a:lnSpc>
                <a:spcPct val="150000"/>
              </a:lnSpc>
            </a:pPr>
            <a:r>
              <a:rPr lang="zh-CN" altLang="en-US" sz="2200">
                <a:latin typeface="宋体" panose="02010600030101010101" pitchFamily="2" charset="-122"/>
              </a:rPr>
              <a:t>检查软件的</a:t>
            </a:r>
            <a:r>
              <a:rPr lang="zh-CN" altLang="en-US" sz="2200">
                <a:solidFill>
                  <a:srgbClr val="FF0000"/>
                </a:solidFill>
                <a:latin typeface="宋体" panose="02010600030101010101" pitchFamily="2" charset="-122"/>
              </a:rPr>
              <a:t>过程细节</a:t>
            </a:r>
            <a:r>
              <a:rPr lang="zh-CN" altLang="en-US" sz="2200">
                <a:latin typeface="宋体" panose="02010600030101010101" pitchFamily="2" charset="-122"/>
              </a:rPr>
              <a:t>，</a:t>
            </a:r>
            <a:r>
              <a:rPr lang="zh-CN" altLang="en-US" sz="2200"/>
              <a:t>测试</a:t>
            </a:r>
            <a:r>
              <a:rPr lang="zh-CN" altLang="en-US" sz="2200">
                <a:solidFill>
                  <a:srgbClr val="FF0000"/>
                </a:solidFill>
                <a:latin typeface="宋体" panose="02010600030101010101" pitchFamily="2" charset="-122"/>
              </a:rPr>
              <a:t>贯穿软件的逻辑路径和构件间的协作</a:t>
            </a:r>
            <a:r>
              <a:rPr lang="zh-CN" altLang="en-US" sz="2200"/>
              <a:t>。</a:t>
            </a:r>
            <a:endParaRPr lang="zh-CN" altLang="en-US" sz="2200">
              <a:latin typeface="宋体" panose="02010600030101010101" pitchFamily="2" charset="-122"/>
            </a:endParaRPr>
          </a:p>
          <a:p>
            <a:pPr lvl="1" eaLnBrk="1" hangingPunct="1">
              <a:lnSpc>
                <a:spcPct val="150000"/>
              </a:lnSpc>
            </a:pPr>
            <a:r>
              <a:rPr lang="zh-CN" altLang="en-US" sz="2200">
                <a:latin typeface="宋体" panose="02010600030101010101" pitchFamily="2" charset="-122"/>
              </a:rPr>
              <a:t>将获得“百分之百正确的程序”？</a:t>
            </a:r>
          </a:p>
          <a:p>
            <a:pPr lvl="1" eaLnBrk="1" hangingPunct="1">
              <a:lnSpc>
                <a:spcPct val="150000"/>
              </a:lnSpc>
            </a:pPr>
            <a:r>
              <a:rPr lang="zh-CN" altLang="en-US" sz="2200"/>
              <a:t>百分之百的正确性的测试</a:t>
            </a:r>
            <a:r>
              <a:rPr lang="zh-CN" altLang="en-US" sz="2200">
                <a:solidFill>
                  <a:srgbClr val="FF0000"/>
                </a:solidFill>
              </a:rPr>
              <a:t>前提</a:t>
            </a:r>
            <a:r>
              <a:rPr lang="zh-CN" altLang="en-US" sz="2200"/>
              <a:t>是：通过所有的逻辑路径和相应的所有用例</a:t>
            </a:r>
            <a:r>
              <a:rPr lang="en-US" altLang="zh-CN" sz="2200"/>
              <a:t>——</a:t>
            </a:r>
            <a:r>
              <a:rPr lang="zh-CN" altLang="en-US" sz="2200">
                <a:solidFill>
                  <a:srgbClr val="FF0000"/>
                </a:solidFill>
              </a:rPr>
              <a:t>几乎不可能。</a:t>
            </a:r>
            <a:endParaRPr lang="zh-CN" altLang="en-US" sz="2200">
              <a:solidFill>
                <a:srgbClr val="FF0000"/>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148483">
                                            <p:txEl>
                                              <p:pRg st="1" end="1"/>
                                            </p:txEl>
                                          </p:spTgt>
                                        </p:tgtEl>
                                        <p:attrNameLst>
                                          <p:attrName>style.visibility</p:attrName>
                                        </p:attrNameLst>
                                      </p:cBhvr>
                                      <p:to>
                                        <p:strVal val="visible"/>
                                      </p:to>
                                    </p:set>
                                    <p:animEffect transition="in" filter="diamond(in)">
                                      <p:cBhvr>
                                        <p:cTn id="7" dur="1000"/>
                                        <p:tgtEl>
                                          <p:spTgt spid="14848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148483">
                                            <p:txEl>
                                              <p:pRg st="2" end="2"/>
                                            </p:txEl>
                                          </p:spTgt>
                                        </p:tgtEl>
                                        <p:attrNameLst>
                                          <p:attrName>style.visibility</p:attrName>
                                        </p:attrNameLst>
                                      </p:cBhvr>
                                      <p:to>
                                        <p:strVal val="visible"/>
                                      </p:to>
                                    </p:set>
                                    <p:animEffect transition="in" filter="diamond(in)">
                                      <p:cBhvr>
                                        <p:cTn id="12" dur="1000"/>
                                        <p:tgtEl>
                                          <p:spTgt spid="14848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148483">
                                            <p:txEl>
                                              <p:pRg st="3" end="3"/>
                                            </p:txEl>
                                          </p:spTgt>
                                        </p:tgtEl>
                                        <p:attrNameLst>
                                          <p:attrName>style.visibility</p:attrName>
                                        </p:attrNameLst>
                                      </p:cBhvr>
                                      <p:to>
                                        <p:strVal val="visible"/>
                                      </p:to>
                                    </p:set>
                                    <p:animEffect transition="in" filter="diamond(in)">
                                      <p:cBhvr>
                                        <p:cTn id="17" dur="1000"/>
                                        <p:tgtEl>
                                          <p:spTgt spid="14848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ntr" presetSubtype="16" fill="hold" nodeType="clickEffect">
                                  <p:stCondLst>
                                    <p:cond delay="0"/>
                                  </p:stCondLst>
                                  <p:childTnLst>
                                    <p:set>
                                      <p:cBhvr>
                                        <p:cTn id="21" dur="1" fill="hold">
                                          <p:stCondLst>
                                            <p:cond delay="0"/>
                                          </p:stCondLst>
                                        </p:cTn>
                                        <p:tgtEl>
                                          <p:spTgt spid="148483">
                                            <p:txEl>
                                              <p:pRg st="4" end="4"/>
                                            </p:txEl>
                                          </p:spTgt>
                                        </p:tgtEl>
                                        <p:attrNameLst>
                                          <p:attrName>style.visibility</p:attrName>
                                        </p:attrNameLst>
                                      </p:cBhvr>
                                      <p:to>
                                        <p:strVal val="visible"/>
                                      </p:to>
                                    </p:set>
                                    <p:animEffect transition="in" filter="diamond(in)">
                                      <p:cBhvr>
                                        <p:cTn id="22" dur="1000"/>
                                        <p:tgtEl>
                                          <p:spTgt spid="14848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8" presetClass="entr" presetSubtype="16" fill="hold" nodeType="clickEffect">
                                  <p:stCondLst>
                                    <p:cond delay="0"/>
                                  </p:stCondLst>
                                  <p:childTnLst>
                                    <p:set>
                                      <p:cBhvr>
                                        <p:cTn id="26" dur="1" fill="hold">
                                          <p:stCondLst>
                                            <p:cond delay="0"/>
                                          </p:stCondLst>
                                        </p:cTn>
                                        <p:tgtEl>
                                          <p:spTgt spid="148483">
                                            <p:txEl>
                                              <p:pRg st="5" end="5"/>
                                            </p:txEl>
                                          </p:spTgt>
                                        </p:tgtEl>
                                        <p:attrNameLst>
                                          <p:attrName>style.visibility</p:attrName>
                                        </p:attrNameLst>
                                      </p:cBhvr>
                                      <p:to>
                                        <p:strVal val="visible"/>
                                      </p:to>
                                    </p:set>
                                    <p:animEffect transition="in" filter="diamond(in)">
                                      <p:cBhvr>
                                        <p:cTn id="27" dur="1000"/>
                                        <p:tgtEl>
                                          <p:spTgt spid="14848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E303EEF9-BC84-90BC-6B4A-B8F8A1FE98FB}"/>
              </a:ext>
            </a:extLst>
          </p:cNvPr>
          <p:cNvSpPr>
            <a:spLocks noGrp="1" noChangeArrowheads="1"/>
          </p:cNvSpPr>
          <p:nvPr>
            <p:ph type="sldNum" sz="quarter" idx="12"/>
          </p:nvPr>
        </p:nvSpPr>
        <p:spPr>
          <a:ln/>
        </p:spPr>
        <p:txBody>
          <a:bodyPr/>
          <a:lstStyle/>
          <a:p>
            <a:pPr fontAlgn="base">
              <a:spcBef>
                <a:spcPct val="0"/>
              </a:spcBef>
              <a:spcAft>
                <a:spcPct val="0"/>
              </a:spcAft>
            </a:pPr>
            <a:fld id="{BDE7EBB7-0253-4F41-933A-BA3239371235}" type="slidenum">
              <a:rPr kumimoji="1" lang="en-US" altLang="zh-CN">
                <a:solidFill>
                  <a:srgbClr val="000000"/>
                </a:solidFill>
                <a:ea typeface="宋体" panose="02010600030101010101" pitchFamily="2" charset="-122"/>
              </a:rPr>
              <a:pPr fontAlgn="base">
                <a:spcBef>
                  <a:spcPct val="0"/>
                </a:spcBef>
                <a:spcAft>
                  <a:spcPct val="0"/>
                </a:spcAft>
              </a:pPr>
              <a:t>2</a:t>
            </a:fld>
            <a:endParaRPr kumimoji="1" lang="en-US" altLang="zh-CN">
              <a:solidFill>
                <a:srgbClr val="000000"/>
              </a:solidFill>
              <a:ea typeface="宋体" panose="02010600030101010101" pitchFamily="2" charset="-122"/>
            </a:endParaRPr>
          </a:p>
        </p:txBody>
      </p:sp>
      <p:sp>
        <p:nvSpPr>
          <p:cNvPr id="232450" name="Rectangle 2">
            <a:extLst>
              <a:ext uri="{FF2B5EF4-FFF2-40B4-BE49-F238E27FC236}">
                <a16:creationId xmlns:a16="http://schemas.microsoft.com/office/drawing/2014/main" id="{CFB8D9D1-CAB3-3E6F-622A-BF269494BE12}"/>
              </a:ext>
            </a:extLst>
          </p:cNvPr>
          <p:cNvSpPr>
            <a:spLocks noGrp="1" noChangeArrowheads="1"/>
          </p:cNvSpPr>
          <p:nvPr>
            <p:ph type="title"/>
          </p:nvPr>
        </p:nvSpPr>
        <p:spPr/>
        <p:txBody>
          <a:bodyPr/>
          <a:lstStyle/>
          <a:p>
            <a:r>
              <a:rPr lang="zh-CN" altLang="en-US"/>
              <a:t>本章内容</a:t>
            </a:r>
          </a:p>
        </p:txBody>
      </p:sp>
      <p:sp>
        <p:nvSpPr>
          <p:cNvPr id="232451" name="Rectangle 3">
            <a:extLst>
              <a:ext uri="{FF2B5EF4-FFF2-40B4-BE49-F238E27FC236}">
                <a16:creationId xmlns:a16="http://schemas.microsoft.com/office/drawing/2014/main" id="{E017887B-16AF-2907-3102-BE35F0C4BE85}"/>
              </a:ext>
            </a:extLst>
          </p:cNvPr>
          <p:cNvSpPr>
            <a:spLocks noGrp="1" noChangeArrowheads="1"/>
          </p:cNvSpPr>
          <p:nvPr>
            <p:ph type="body" idx="1"/>
          </p:nvPr>
        </p:nvSpPr>
        <p:spPr>
          <a:xfrm>
            <a:off x="1981200" y="908051"/>
            <a:ext cx="8229600" cy="5078413"/>
          </a:xfrm>
        </p:spPr>
        <p:txBody>
          <a:bodyPr/>
          <a:lstStyle/>
          <a:p>
            <a:pPr>
              <a:lnSpc>
                <a:spcPct val="180000"/>
              </a:lnSpc>
            </a:pPr>
            <a:r>
              <a:rPr lang="en-US" altLang="zh-CN"/>
              <a:t>18.1 </a:t>
            </a:r>
            <a:r>
              <a:rPr lang="zh-CN" altLang="en-US"/>
              <a:t>软件测试基础</a:t>
            </a:r>
          </a:p>
          <a:p>
            <a:pPr>
              <a:lnSpc>
                <a:spcPct val="180000"/>
              </a:lnSpc>
            </a:pPr>
            <a:r>
              <a:rPr lang="en-US" altLang="zh-CN"/>
              <a:t>18.2 </a:t>
            </a:r>
            <a:r>
              <a:rPr lang="zh-CN" altLang="en-US"/>
              <a:t>测试的内部视角和外部视角</a:t>
            </a:r>
          </a:p>
          <a:p>
            <a:pPr>
              <a:lnSpc>
                <a:spcPct val="180000"/>
              </a:lnSpc>
            </a:pPr>
            <a:r>
              <a:rPr lang="en-US" altLang="zh-CN">
                <a:solidFill>
                  <a:srgbClr val="FF0000"/>
                </a:solidFill>
              </a:rPr>
              <a:t>18.3 </a:t>
            </a:r>
            <a:r>
              <a:rPr lang="zh-CN" altLang="en-US">
                <a:solidFill>
                  <a:srgbClr val="FF0000"/>
                </a:solidFill>
              </a:rPr>
              <a:t>白盒测试</a:t>
            </a:r>
          </a:p>
          <a:p>
            <a:pPr>
              <a:lnSpc>
                <a:spcPct val="180000"/>
              </a:lnSpc>
            </a:pPr>
            <a:r>
              <a:rPr lang="en-US" altLang="zh-CN"/>
              <a:t>18.4 </a:t>
            </a:r>
            <a:r>
              <a:rPr lang="zh-CN" altLang="en-US"/>
              <a:t>基本路径测试</a:t>
            </a:r>
          </a:p>
          <a:p>
            <a:pPr>
              <a:lnSpc>
                <a:spcPct val="180000"/>
              </a:lnSpc>
            </a:pPr>
            <a:r>
              <a:rPr lang="en-US" altLang="zh-CN"/>
              <a:t>18.5 </a:t>
            </a:r>
            <a:r>
              <a:rPr lang="zh-CN" altLang="en-US"/>
              <a:t>控制结构测试</a:t>
            </a:r>
          </a:p>
          <a:p>
            <a:pPr>
              <a:lnSpc>
                <a:spcPct val="180000"/>
              </a:lnSpc>
            </a:pPr>
            <a:r>
              <a:rPr lang="en-US" altLang="zh-CN"/>
              <a:t>18.6 </a:t>
            </a:r>
            <a:r>
              <a:rPr lang="zh-CN" altLang="en-US"/>
              <a:t>黑盒测试</a:t>
            </a:r>
          </a:p>
          <a:p>
            <a:pPr>
              <a:lnSpc>
                <a:spcPct val="180000"/>
              </a:lnSpc>
            </a:pPr>
            <a:r>
              <a:rPr lang="en-US" altLang="zh-CN"/>
              <a:t>18.7 </a:t>
            </a:r>
            <a:r>
              <a:rPr lang="zh-CN" altLang="en-US"/>
              <a:t>基于模型的测试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35D4B2B7-4C9E-56E0-9F34-6FE7118EFAE4}"/>
              </a:ext>
            </a:extLst>
          </p:cNvPr>
          <p:cNvSpPr>
            <a:spLocks noGrp="1" noChangeArrowheads="1"/>
          </p:cNvSpPr>
          <p:nvPr>
            <p:ph type="sldNum" sz="quarter" idx="12"/>
          </p:nvPr>
        </p:nvSpPr>
        <p:spPr>
          <a:ln/>
        </p:spPr>
        <p:txBody>
          <a:bodyPr/>
          <a:lstStyle/>
          <a:p>
            <a:pPr fontAlgn="base">
              <a:spcBef>
                <a:spcPct val="0"/>
              </a:spcBef>
              <a:spcAft>
                <a:spcPct val="0"/>
              </a:spcAft>
            </a:pPr>
            <a:fld id="{11062F30-062A-4817-9952-A773DE5D456F}" type="slidenum">
              <a:rPr kumimoji="1" lang="en-US" altLang="zh-CN">
                <a:solidFill>
                  <a:srgbClr val="000000"/>
                </a:solidFill>
                <a:ea typeface="宋体" panose="02010600030101010101" pitchFamily="2" charset="-122"/>
              </a:rPr>
              <a:pPr fontAlgn="base">
                <a:spcBef>
                  <a:spcPct val="0"/>
                </a:spcBef>
                <a:spcAft>
                  <a:spcPct val="0"/>
                </a:spcAft>
              </a:pPr>
              <a:t>3</a:t>
            </a:fld>
            <a:endParaRPr kumimoji="1" lang="en-US" altLang="zh-CN">
              <a:solidFill>
                <a:srgbClr val="000000"/>
              </a:solidFill>
              <a:ea typeface="宋体" panose="02010600030101010101" pitchFamily="2" charset="-122"/>
            </a:endParaRPr>
          </a:p>
        </p:txBody>
      </p:sp>
      <p:pic>
        <p:nvPicPr>
          <p:cNvPr id="150530" name="Picture 5">
            <a:extLst>
              <a:ext uri="{FF2B5EF4-FFF2-40B4-BE49-F238E27FC236}">
                <a16:creationId xmlns:a16="http://schemas.microsoft.com/office/drawing/2014/main" id="{2DD78A29-C9EC-601D-74CA-FCF0DB368F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3338" y="3141663"/>
            <a:ext cx="33528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2" name="Rectangle 2">
            <a:extLst>
              <a:ext uri="{FF2B5EF4-FFF2-40B4-BE49-F238E27FC236}">
                <a16:creationId xmlns:a16="http://schemas.microsoft.com/office/drawing/2014/main" id="{6A6669E6-CA3D-08FB-E660-F1F64560D707}"/>
              </a:ext>
            </a:extLst>
          </p:cNvPr>
          <p:cNvSpPr>
            <a:spLocks noGrp="1" noChangeArrowheads="1"/>
          </p:cNvSpPr>
          <p:nvPr>
            <p:ph type="title" idx="4294967295"/>
          </p:nvPr>
        </p:nvSpPr>
        <p:spPr>
          <a:xfrm>
            <a:off x="1919288" y="260350"/>
            <a:ext cx="7772400" cy="647700"/>
          </a:xfrm>
        </p:spPr>
        <p:txBody>
          <a:bodyPr/>
          <a:lstStyle/>
          <a:p>
            <a:pPr eaLnBrk="1" hangingPunct="1"/>
            <a:r>
              <a:rPr lang="zh-CN" altLang="en-US"/>
              <a:t>白盒测试</a:t>
            </a:r>
          </a:p>
        </p:txBody>
      </p:sp>
      <p:sp>
        <p:nvSpPr>
          <p:cNvPr id="10243" name="Rectangle 3">
            <a:extLst>
              <a:ext uri="{FF2B5EF4-FFF2-40B4-BE49-F238E27FC236}">
                <a16:creationId xmlns:a16="http://schemas.microsoft.com/office/drawing/2014/main" id="{2279510B-9B0C-09E2-A190-3F36E0E3B536}"/>
              </a:ext>
            </a:extLst>
          </p:cNvPr>
          <p:cNvSpPr>
            <a:spLocks noGrp="1" noChangeArrowheads="1"/>
          </p:cNvSpPr>
          <p:nvPr>
            <p:ph idx="4294967295"/>
          </p:nvPr>
        </p:nvSpPr>
        <p:spPr>
          <a:xfrm>
            <a:off x="2063751" y="1196976"/>
            <a:ext cx="8353425" cy="4670425"/>
          </a:xfrm>
        </p:spPr>
        <p:txBody>
          <a:bodyPr/>
          <a:lstStyle/>
          <a:p>
            <a:pPr eaLnBrk="1" hangingPunct="1">
              <a:lnSpc>
                <a:spcPct val="150000"/>
              </a:lnSpc>
              <a:spcBef>
                <a:spcPct val="50000"/>
              </a:spcBef>
            </a:pPr>
            <a:r>
              <a:rPr lang="zh-CN" altLang="en-US"/>
              <a:t>把测试对象看做一个透明盒子，利用程序内部的</a:t>
            </a:r>
            <a:r>
              <a:rPr lang="zh-CN" altLang="en-US">
                <a:solidFill>
                  <a:srgbClr val="FF0000"/>
                </a:solidFill>
              </a:rPr>
              <a:t>逻辑结构</a:t>
            </a:r>
            <a:r>
              <a:rPr lang="zh-CN" altLang="en-US"/>
              <a:t>及有关信息，设计或选择测试用例，对</a:t>
            </a:r>
            <a:r>
              <a:rPr lang="zh-CN" altLang="en-US">
                <a:solidFill>
                  <a:srgbClr val="FF0000"/>
                </a:solidFill>
              </a:rPr>
              <a:t>目标逻辑路径</a:t>
            </a:r>
            <a:r>
              <a:rPr lang="zh-CN" altLang="en-US"/>
              <a:t>进行测试</a:t>
            </a:r>
            <a:r>
              <a:rPr lang="en-US" altLang="zh-CN"/>
              <a:t>——</a:t>
            </a:r>
            <a:r>
              <a:rPr lang="zh-CN" altLang="en-US"/>
              <a:t>也称为</a:t>
            </a:r>
            <a:r>
              <a:rPr lang="zh-CN" altLang="en-US">
                <a:solidFill>
                  <a:srgbClr val="FF0000"/>
                </a:solidFill>
              </a:rPr>
              <a:t>玻璃盒测试、结构测试</a:t>
            </a:r>
            <a:r>
              <a:rPr lang="zh-CN" altLang="en-US"/>
              <a:t>或</a:t>
            </a:r>
            <a:r>
              <a:rPr lang="zh-CN" altLang="en-US">
                <a:solidFill>
                  <a:srgbClr val="FF0000"/>
                </a:solidFill>
              </a:rPr>
              <a:t>逻辑驱动测试</a:t>
            </a:r>
            <a:r>
              <a:rPr lang="zh-CN" altLang="en-US"/>
              <a:t>。</a:t>
            </a:r>
            <a:endParaRPr lang="zh-CN" altLang="en-US">
              <a:solidFill>
                <a:srgbClr val="FF0000"/>
              </a:solidFill>
            </a:endParaRPr>
          </a:p>
          <a:p>
            <a:pPr eaLnBrk="1" hangingPunct="1">
              <a:lnSpc>
                <a:spcPct val="150000"/>
              </a:lnSpc>
              <a:spcBef>
                <a:spcPct val="50000"/>
              </a:spcBef>
            </a:pPr>
            <a:r>
              <a:rPr lang="zh-CN" altLang="en-US"/>
              <a:t>在测试</a:t>
            </a:r>
            <a:r>
              <a:rPr lang="zh-CN" altLang="en-US">
                <a:solidFill>
                  <a:srgbClr val="FF0000"/>
                </a:solidFill>
              </a:rPr>
              <a:t>早期</a:t>
            </a:r>
            <a:r>
              <a:rPr lang="zh-CN" altLang="en-US"/>
              <a:t>进行。</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0F7BACB1-C791-7C6C-FAAF-DCCEDEC26C52}"/>
              </a:ext>
            </a:extLst>
          </p:cNvPr>
          <p:cNvSpPr>
            <a:spLocks noGrp="1" noChangeArrowheads="1"/>
          </p:cNvSpPr>
          <p:nvPr>
            <p:ph type="sldNum" sz="quarter" idx="12"/>
          </p:nvPr>
        </p:nvSpPr>
        <p:spPr>
          <a:ln/>
        </p:spPr>
        <p:txBody>
          <a:bodyPr/>
          <a:lstStyle/>
          <a:p>
            <a:pPr fontAlgn="base">
              <a:spcBef>
                <a:spcPct val="0"/>
              </a:spcBef>
              <a:spcAft>
                <a:spcPct val="0"/>
              </a:spcAft>
            </a:pPr>
            <a:fld id="{CE73B071-41CB-40AB-B6DE-6980D4EA8FBB}" type="slidenum">
              <a:rPr kumimoji="1" lang="en-US" altLang="zh-CN">
                <a:solidFill>
                  <a:srgbClr val="000000"/>
                </a:solidFill>
                <a:ea typeface="宋体" panose="02010600030101010101" pitchFamily="2" charset="-122"/>
              </a:rPr>
              <a:pPr fontAlgn="base">
                <a:spcBef>
                  <a:spcPct val="0"/>
                </a:spcBef>
                <a:spcAft>
                  <a:spcPct val="0"/>
                </a:spcAft>
              </a:pPr>
              <a:t>4</a:t>
            </a:fld>
            <a:endParaRPr kumimoji="1" lang="en-US" altLang="zh-CN">
              <a:solidFill>
                <a:srgbClr val="000000"/>
              </a:solidFill>
              <a:ea typeface="宋体" panose="02010600030101010101" pitchFamily="2" charset="-122"/>
            </a:endParaRPr>
          </a:p>
        </p:txBody>
      </p:sp>
      <p:sp>
        <p:nvSpPr>
          <p:cNvPr id="64514" name="Rectangle 1026">
            <a:extLst>
              <a:ext uri="{FF2B5EF4-FFF2-40B4-BE49-F238E27FC236}">
                <a16:creationId xmlns:a16="http://schemas.microsoft.com/office/drawing/2014/main" id="{E1CDA697-35B4-3868-5669-D2484CC12035}"/>
              </a:ext>
            </a:extLst>
          </p:cNvPr>
          <p:cNvSpPr>
            <a:spLocks noGrp="1" noChangeArrowheads="1"/>
          </p:cNvSpPr>
          <p:nvPr>
            <p:ph type="title" idx="4294967295"/>
          </p:nvPr>
        </p:nvSpPr>
        <p:spPr>
          <a:xfrm>
            <a:off x="1919288" y="269875"/>
            <a:ext cx="7772400" cy="711200"/>
          </a:xfrm>
        </p:spPr>
        <p:txBody>
          <a:bodyPr/>
          <a:lstStyle/>
          <a:p>
            <a:pPr eaLnBrk="1" hangingPunct="1"/>
            <a:r>
              <a:rPr lang="zh-CN" altLang="en-US"/>
              <a:t>白盒测试</a:t>
            </a:r>
          </a:p>
        </p:txBody>
      </p:sp>
      <p:sp>
        <p:nvSpPr>
          <p:cNvPr id="64515" name="Rectangle 1027">
            <a:extLst>
              <a:ext uri="{FF2B5EF4-FFF2-40B4-BE49-F238E27FC236}">
                <a16:creationId xmlns:a16="http://schemas.microsoft.com/office/drawing/2014/main" id="{B68D41D7-2F7A-4622-2101-D95A204ADB56}"/>
              </a:ext>
            </a:extLst>
          </p:cNvPr>
          <p:cNvSpPr>
            <a:spLocks noGrp="1" noChangeArrowheads="1"/>
          </p:cNvSpPr>
          <p:nvPr>
            <p:ph idx="4294967295"/>
          </p:nvPr>
        </p:nvSpPr>
        <p:spPr>
          <a:xfrm>
            <a:off x="1919288" y="1268414"/>
            <a:ext cx="8208962" cy="4537075"/>
          </a:xfrm>
        </p:spPr>
        <p:txBody>
          <a:bodyPr/>
          <a:lstStyle/>
          <a:p>
            <a:pPr eaLnBrk="1" hangingPunct="1">
              <a:lnSpc>
                <a:spcPct val="150000"/>
              </a:lnSpc>
              <a:spcBef>
                <a:spcPct val="50000"/>
              </a:spcBef>
            </a:pPr>
            <a:r>
              <a:rPr lang="zh-CN" altLang="en-US" sz="2800">
                <a:latin typeface="宋体" panose="02010600030101010101" pitchFamily="2" charset="-122"/>
              </a:rPr>
              <a:t>主要对</a:t>
            </a:r>
            <a:r>
              <a:rPr lang="zh-CN" altLang="en-US" sz="2800">
                <a:solidFill>
                  <a:srgbClr val="FF0000"/>
                </a:solidFill>
                <a:latin typeface="宋体" panose="02010600030101010101" pitchFamily="2" charset="-122"/>
              </a:rPr>
              <a:t>程序模块</a:t>
            </a:r>
            <a:r>
              <a:rPr lang="zh-CN" altLang="en-US" sz="2800">
                <a:latin typeface="宋体" panose="02010600030101010101" pitchFamily="2" charset="-122"/>
              </a:rPr>
              <a:t>进行如下的检查：</a:t>
            </a:r>
          </a:p>
          <a:p>
            <a:pPr lvl="1" eaLnBrk="1" hangingPunct="1">
              <a:lnSpc>
                <a:spcPct val="150000"/>
              </a:lnSpc>
              <a:spcBef>
                <a:spcPct val="50000"/>
              </a:spcBef>
            </a:pPr>
            <a:r>
              <a:rPr lang="zh-CN" altLang="en-US">
                <a:latin typeface="宋体" panose="02010600030101010101" pitchFamily="2" charset="-122"/>
              </a:rPr>
              <a:t>对模块的所有</a:t>
            </a:r>
            <a:r>
              <a:rPr lang="zh-CN" altLang="en-US">
                <a:solidFill>
                  <a:srgbClr val="FF0000"/>
                </a:solidFill>
                <a:latin typeface="宋体" panose="02010600030101010101" pitchFamily="2" charset="-122"/>
              </a:rPr>
              <a:t>独立的执行路径</a:t>
            </a:r>
            <a:r>
              <a:rPr lang="zh-CN" altLang="en-US">
                <a:latin typeface="宋体" panose="02010600030101010101" pitchFamily="2" charset="-122"/>
              </a:rPr>
              <a:t>至少测试一次；</a:t>
            </a:r>
          </a:p>
          <a:p>
            <a:pPr lvl="1" eaLnBrk="1" hangingPunct="1">
              <a:lnSpc>
                <a:spcPct val="150000"/>
              </a:lnSpc>
              <a:spcBef>
                <a:spcPct val="50000"/>
              </a:spcBef>
            </a:pPr>
            <a:r>
              <a:rPr lang="zh-CN" altLang="en-US">
                <a:latin typeface="宋体" panose="02010600030101010101" pitchFamily="2" charset="-122"/>
              </a:rPr>
              <a:t>对所有的</a:t>
            </a:r>
            <a:r>
              <a:rPr lang="zh-CN" altLang="en-US">
                <a:solidFill>
                  <a:srgbClr val="FF0000"/>
                </a:solidFill>
                <a:latin typeface="宋体" panose="02010600030101010101" pitchFamily="2" charset="-122"/>
              </a:rPr>
              <a:t>逻辑判定</a:t>
            </a:r>
            <a:r>
              <a:rPr lang="zh-CN" altLang="en-US">
                <a:latin typeface="宋体" panose="02010600030101010101" pitchFamily="2" charset="-122"/>
              </a:rPr>
              <a:t>，取“真”与取“假”的两种情况都至少测试一次；</a:t>
            </a:r>
          </a:p>
          <a:p>
            <a:pPr lvl="1" eaLnBrk="1" hangingPunct="1">
              <a:lnSpc>
                <a:spcPct val="150000"/>
              </a:lnSpc>
              <a:spcBef>
                <a:spcPct val="50000"/>
              </a:spcBef>
            </a:pPr>
            <a:r>
              <a:rPr lang="zh-CN" altLang="en-US">
                <a:latin typeface="宋体" panose="02010600030101010101" pitchFamily="2" charset="-122"/>
              </a:rPr>
              <a:t>在上下</a:t>
            </a:r>
            <a:r>
              <a:rPr lang="zh-CN" altLang="en-US">
                <a:solidFill>
                  <a:srgbClr val="FF0000"/>
                </a:solidFill>
                <a:latin typeface="宋体" panose="02010600030101010101" pitchFamily="2" charset="-122"/>
              </a:rPr>
              <a:t>边界</a:t>
            </a:r>
            <a:r>
              <a:rPr lang="zh-CN" altLang="en-US">
                <a:latin typeface="宋体" panose="02010600030101010101" pitchFamily="2" charset="-122"/>
              </a:rPr>
              <a:t>和</a:t>
            </a:r>
            <a:r>
              <a:rPr lang="zh-CN" altLang="en-US">
                <a:solidFill>
                  <a:srgbClr val="FF0000"/>
                </a:solidFill>
                <a:latin typeface="宋体" panose="02010600030101010101" pitchFamily="2" charset="-122"/>
              </a:rPr>
              <a:t>可操作的范围</a:t>
            </a:r>
            <a:r>
              <a:rPr lang="zh-CN" altLang="en-US">
                <a:latin typeface="宋体" panose="02010600030101010101" pitchFamily="2" charset="-122"/>
              </a:rPr>
              <a:t>内</a:t>
            </a:r>
            <a:r>
              <a:rPr lang="zh-CN" altLang="en-US">
                <a:solidFill>
                  <a:srgbClr val="FF0000"/>
                </a:solidFill>
                <a:latin typeface="宋体" panose="02010600030101010101" pitchFamily="2" charset="-122"/>
              </a:rPr>
              <a:t>执行所有的循环</a:t>
            </a:r>
            <a:r>
              <a:rPr lang="zh-CN" altLang="en-US">
                <a:latin typeface="宋体" panose="02010600030101010101" pitchFamily="2" charset="-122"/>
              </a:rPr>
              <a:t>；</a:t>
            </a:r>
          </a:p>
          <a:p>
            <a:pPr lvl="1" eaLnBrk="1" hangingPunct="1">
              <a:lnSpc>
                <a:spcPct val="150000"/>
              </a:lnSpc>
              <a:spcBef>
                <a:spcPct val="50000"/>
              </a:spcBef>
            </a:pPr>
            <a:r>
              <a:rPr lang="zh-CN" altLang="en-US">
                <a:latin typeface="宋体" panose="02010600030101010101" pitchFamily="2" charset="-122"/>
              </a:rPr>
              <a:t>测试</a:t>
            </a:r>
            <a:r>
              <a:rPr lang="zh-CN" altLang="en-US">
                <a:solidFill>
                  <a:srgbClr val="FF0000"/>
                </a:solidFill>
                <a:latin typeface="宋体" panose="02010600030101010101" pitchFamily="2" charset="-122"/>
              </a:rPr>
              <a:t>内部数据结构</a:t>
            </a:r>
            <a:r>
              <a:rPr lang="zh-CN" altLang="en-US">
                <a:latin typeface="宋体" panose="02010600030101010101" pitchFamily="2" charset="-122"/>
              </a:rPr>
              <a:t>的有效性。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4515">
                                            <p:txEl>
                                              <p:pRg st="1" end="1"/>
                                            </p:txEl>
                                          </p:spTgt>
                                        </p:tgtEl>
                                        <p:attrNameLst>
                                          <p:attrName>style.visibility</p:attrName>
                                        </p:attrNameLst>
                                      </p:cBhvr>
                                      <p:to>
                                        <p:strVal val="visible"/>
                                      </p:to>
                                    </p:set>
                                    <p:anim calcmode="lin" valueType="num">
                                      <p:cBhvr additive="base">
                                        <p:cTn id="7" dur="1000" fill="hold"/>
                                        <p:tgtEl>
                                          <p:spTgt spid="64515">
                                            <p:txEl>
                                              <p:pRg st="1" end="1"/>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645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4515">
                                            <p:txEl>
                                              <p:pRg st="2" end="2"/>
                                            </p:txEl>
                                          </p:spTgt>
                                        </p:tgtEl>
                                        <p:attrNameLst>
                                          <p:attrName>style.visibility</p:attrName>
                                        </p:attrNameLst>
                                      </p:cBhvr>
                                      <p:to>
                                        <p:strVal val="visible"/>
                                      </p:to>
                                    </p:set>
                                    <p:anim calcmode="lin" valueType="num">
                                      <p:cBhvr additive="base">
                                        <p:cTn id="13" dur="1000" fill="hold"/>
                                        <p:tgtEl>
                                          <p:spTgt spid="64515">
                                            <p:txEl>
                                              <p:pRg st="2" end="2"/>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645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64515">
                                            <p:txEl>
                                              <p:pRg st="3" end="3"/>
                                            </p:txEl>
                                          </p:spTgt>
                                        </p:tgtEl>
                                        <p:attrNameLst>
                                          <p:attrName>style.visibility</p:attrName>
                                        </p:attrNameLst>
                                      </p:cBhvr>
                                      <p:to>
                                        <p:strVal val="visible"/>
                                      </p:to>
                                    </p:set>
                                    <p:anim calcmode="lin" valueType="num">
                                      <p:cBhvr additive="base">
                                        <p:cTn id="19" dur="1000" fill="hold"/>
                                        <p:tgtEl>
                                          <p:spTgt spid="64515">
                                            <p:txEl>
                                              <p:pRg st="3" end="3"/>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645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64515">
                                            <p:txEl>
                                              <p:pRg st="4" end="4"/>
                                            </p:txEl>
                                          </p:spTgt>
                                        </p:tgtEl>
                                        <p:attrNameLst>
                                          <p:attrName>style.visibility</p:attrName>
                                        </p:attrNameLst>
                                      </p:cBhvr>
                                      <p:to>
                                        <p:strVal val="visible"/>
                                      </p:to>
                                    </p:set>
                                    <p:anim calcmode="lin" valueType="num">
                                      <p:cBhvr additive="base">
                                        <p:cTn id="25" dur="1000" fill="hold"/>
                                        <p:tgtEl>
                                          <p:spTgt spid="64515">
                                            <p:txEl>
                                              <p:pRg st="4" end="4"/>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6451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61CE0C01-9C2C-3255-E18C-7C727C6D13DA}"/>
              </a:ext>
            </a:extLst>
          </p:cNvPr>
          <p:cNvSpPr>
            <a:spLocks noGrp="1" noChangeArrowheads="1"/>
          </p:cNvSpPr>
          <p:nvPr>
            <p:ph type="sldNum" sz="quarter" idx="12"/>
          </p:nvPr>
        </p:nvSpPr>
        <p:spPr>
          <a:ln/>
        </p:spPr>
        <p:txBody>
          <a:bodyPr/>
          <a:lstStyle/>
          <a:p>
            <a:pPr fontAlgn="base">
              <a:spcBef>
                <a:spcPct val="0"/>
              </a:spcBef>
              <a:spcAft>
                <a:spcPct val="0"/>
              </a:spcAft>
            </a:pPr>
            <a:fld id="{E39F7EBF-C815-4C33-B0BA-47AB4659576E}" type="slidenum">
              <a:rPr kumimoji="1" lang="en-US" altLang="zh-CN">
                <a:solidFill>
                  <a:srgbClr val="000000"/>
                </a:solidFill>
                <a:ea typeface="宋体" panose="02010600030101010101" pitchFamily="2" charset="-122"/>
              </a:rPr>
              <a:pPr fontAlgn="base">
                <a:spcBef>
                  <a:spcPct val="0"/>
                </a:spcBef>
                <a:spcAft>
                  <a:spcPct val="0"/>
                </a:spcAft>
              </a:pPr>
              <a:t>5</a:t>
            </a:fld>
            <a:endParaRPr kumimoji="1" lang="en-US" altLang="zh-CN">
              <a:solidFill>
                <a:srgbClr val="000000"/>
              </a:solidFill>
              <a:ea typeface="宋体" panose="02010600030101010101" pitchFamily="2" charset="-122"/>
            </a:endParaRPr>
          </a:p>
        </p:txBody>
      </p:sp>
      <p:sp>
        <p:nvSpPr>
          <p:cNvPr id="152578" name="标题 1">
            <a:extLst>
              <a:ext uri="{FF2B5EF4-FFF2-40B4-BE49-F238E27FC236}">
                <a16:creationId xmlns:a16="http://schemas.microsoft.com/office/drawing/2014/main" id="{D42901E2-BE20-BD5B-6591-E8F5501A56DD}"/>
              </a:ext>
            </a:extLst>
          </p:cNvPr>
          <p:cNvSpPr>
            <a:spLocks noGrp="1"/>
          </p:cNvSpPr>
          <p:nvPr>
            <p:ph type="title" idx="4294967295"/>
          </p:nvPr>
        </p:nvSpPr>
        <p:spPr/>
        <p:txBody>
          <a:bodyPr/>
          <a:lstStyle/>
          <a:p>
            <a:r>
              <a:rPr lang="zh-CN" altLang="en-US"/>
              <a:t>白盒测试的主要内容</a:t>
            </a:r>
          </a:p>
        </p:txBody>
      </p:sp>
      <p:sp>
        <p:nvSpPr>
          <p:cNvPr id="152579" name="矩形 4">
            <a:extLst>
              <a:ext uri="{FF2B5EF4-FFF2-40B4-BE49-F238E27FC236}">
                <a16:creationId xmlns:a16="http://schemas.microsoft.com/office/drawing/2014/main" id="{7E38062E-EFD5-2D52-3EAA-5181576614B9}"/>
              </a:ext>
            </a:extLst>
          </p:cNvPr>
          <p:cNvSpPr>
            <a:spLocks noChangeArrowheads="1"/>
          </p:cNvSpPr>
          <p:nvPr/>
        </p:nvSpPr>
        <p:spPr bwMode="auto">
          <a:xfrm>
            <a:off x="1992313" y="2708275"/>
            <a:ext cx="1223962" cy="1728788"/>
          </a:xfrm>
          <a:prstGeom prst="rect">
            <a:avLst/>
          </a:prstGeom>
          <a:solidFill>
            <a:schemeClr val="bg1"/>
          </a:solidFill>
          <a:ln w="25400">
            <a:solidFill>
              <a:srgbClr val="89A4A7"/>
            </a:solidFill>
            <a:miter lim="800000"/>
            <a:headEnd/>
            <a:tailEnd/>
          </a:ln>
        </p:spPr>
        <p:txBody>
          <a:bodyPr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20000"/>
              </a:spcBef>
              <a:spcAft>
                <a:spcPct val="0"/>
              </a:spcAft>
            </a:pPr>
            <a:r>
              <a:rPr lang="zh-CN" altLang="en-US" sz="3200" b="1">
                <a:solidFill>
                  <a:srgbClr val="002060"/>
                </a:solidFill>
              </a:rPr>
              <a:t>控制</a:t>
            </a:r>
          </a:p>
          <a:p>
            <a:pPr eaLnBrk="1" fontAlgn="base" hangingPunct="1">
              <a:spcBef>
                <a:spcPct val="20000"/>
              </a:spcBef>
              <a:spcAft>
                <a:spcPct val="0"/>
              </a:spcAft>
            </a:pPr>
            <a:r>
              <a:rPr lang="zh-CN" altLang="en-US" sz="3200" b="1">
                <a:solidFill>
                  <a:srgbClr val="002060"/>
                </a:solidFill>
              </a:rPr>
              <a:t>结构</a:t>
            </a:r>
          </a:p>
          <a:p>
            <a:pPr eaLnBrk="1" fontAlgn="base" hangingPunct="1">
              <a:spcBef>
                <a:spcPct val="20000"/>
              </a:spcBef>
              <a:spcAft>
                <a:spcPct val="0"/>
              </a:spcAft>
            </a:pPr>
            <a:r>
              <a:rPr lang="zh-CN" altLang="en-US" sz="3200" b="1">
                <a:solidFill>
                  <a:srgbClr val="002060"/>
                </a:solidFill>
              </a:rPr>
              <a:t>测试</a:t>
            </a:r>
          </a:p>
        </p:txBody>
      </p:sp>
      <p:sp>
        <p:nvSpPr>
          <p:cNvPr id="152580" name="左大括号 5">
            <a:extLst>
              <a:ext uri="{FF2B5EF4-FFF2-40B4-BE49-F238E27FC236}">
                <a16:creationId xmlns:a16="http://schemas.microsoft.com/office/drawing/2014/main" id="{A3118083-89DD-E692-0FE9-FC7FFD371C28}"/>
              </a:ext>
            </a:extLst>
          </p:cNvPr>
          <p:cNvSpPr>
            <a:spLocks/>
          </p:cNvSpPr>
          <p:nvPr/>
        </p:nvSpPr>
        <p:spPr bwMode="auto">
          <a:xfrm>
            <a:off x="3360738" y="1916113"/>
            <a:ext cx="863600" cy="3313112"/>
          </a:xfrm>
          <a:prstGeom prst="leftBrace">
            <a:avLst>
              <a:gd name="adj1" fmla="val 8348"/>
              <a:gd name="adj2" fmla="val 50000"/>
            </a:avLst>
          </a:prstGeom>
          <a:noFill/>
          <a:ln w="9525">
            <a:solidFill>
              <a:srgbClr val="2F2F98"/>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20000"/>
              </a:spcBef>
              <a:spcAft>
                <a:spcPct val="0"/>
              </a:spcAft>
            </a:pPr>
            <a:endParaRPr lang="zh-CN" altLang="zh-CN" sz="2800" b="1">
              <a:solidFill>
                <a:srgbClr val="000000"/>
              </a:solidFill>
            </a:endParaRPr>
          </a:p>
        </p:txBody>
      </p:sp>
      <p:sp>
        <p:nvSpPr>
          <p:cNvPr id="152581" name="矩形 6">
            <a:extLst>
              <a:ext uri="{FF2B5EF4-FFF2-40B4-BE49-F238E27FC236}">
                <a16:creationId xmlns:a16="http://schemas.microsoft.com/office/drawing/2014/main" id="{7342A1A1-2388-714A-5B0D-F678F1F5EA25}"/>
              </a:ext>
            </a:extLst>
          </p:cNvPr>
          <p:cNvSpPr>
            <a:spLocks noChangeArrowheads="1"/>
          </p:cNvSpPr>
          <p:nvPr/>
        </p:nvSpPr>
        <p:spPr bwMode="auto">
          <a:xfrm>
            <a:off x="4367213" y="4292600"/>
            <a:ext cx="1223962" cy="1511300"/>
          </a:xfrm>
          <a:prstGeom prst="rect">
            <a:avLst/>
          </a:prstGeom>
          <a:solidFill>
            <a:schemeClr val="bg1"/>
          </a:solidFill>
          <a:ln w="25400">
            <a:solidFill>
              <a:srgbClr val="89A4A7"/>
            </a:solidFill>
            <a:miter lim="800000"/>
            <a:headEnd/>
            <a:tailEnd/>
          </a:ln>
        </p:spPr>
        <p:txBody>
          <a:bodyPr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20000"/>
              </a:spcBef>
              <a:spcAft>
                <a:spcPct val="0"/>
              </a:spcAft>
            </a:pPr>
            <a:r>
              <a:rPr lang="zh-CN" altLang="en-US" sz="3200" b="1">
                <a:solidFill>
                  <a:srgbClr val="002060"/>
                </a:solidFill>
              </a:rPr>
              <a:t>基本路径测试</a:t>
            </a:r>
          </a:p>
        </p:txBody>
      </p:sp>
      <p:sp>
        <p:nvSpPr>
          <p:cNvPr id="152582" name="矩形 7">
            <a:extLst>
              <a:ext uri="{FF2B5EF4-FFF2-40B4-BE49-F238E27FC236}">
                <a16:creationId xmlns:a16="http://schemas.microsoft.com/office/drawing/2014/main" id="{14700B31-2683-D207-99D1-1640CDCF4C55}"/>
              </a:ext>
            </a:extLst>
          </p:cNvPr>
          <p:cNvSpPr>
            <a:spLocks noChangeArrowheads="1"/>
          </p:cNvSpPr>
          <p:nvPr/>
        </p:nvSpPr>
        <p:spPr bwMode="auto">
          <a:xfrm>
            <a:off x="4368801" y="1111250"/>
            <a:ext cx="1223963" cy="1512888"/>
          </a:xfrm>
          <a:prstGeom prst="rect">
            <a:avLst/>
          </a:prstGeom>
          <a:solidFill>
            <a:schemeClr val="bg1"/>
          </a:solidFill>
          <a:ln w="25400">
            <a:solidFill>
              <a:srgbClr val="89A4A7"/>
            </a:solidFill>
            <a:miter lim="800000"/>
            <a:headEnd/>
            <a:tailEnd/>
          </a:ln>
        </p:spPr>
        <p:txBody>
          <a:bodyPr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20000"/>
              </a:spcBef>
              <a:spcAft>
                <a:spcPct val="0"/>
              </a:spcAft>
            </a:pPr>
            <a:r>
              <a:rPr lang="zh-CN" altLang="en-US" sz="3200" b="1">
                <a:solidFill>
                  <a:srgbClr val="002060"/>
                </a:solidFill>
              </a:rPr>
              <a:t>逻辑覆盖</a:t>
            </a:r>
          </a:p>
        </p:txBody>
      </p:sp>
      <p:sp>
        <p:nvSpPr>
          <p:cNvPr id="152583" name="TextBox 8">
            <a:extLst>
              <a:ext uri="{FF2B5EF4-FFF2-40B4-BE49-F238E27FC236}">
                <a16:creationId xmlns:a16="http://schemas.microsoft.com/office/drawing/2014/main" id="{6B938DC3-410A-9472-5AEE-1D10D06BB07B}"/>
              </a:ext>
            </a:extLst>
          </p:cNvPr>
          <p:cNvSpPr txBox="1">
            <a:spLocks noChangeArrowheads="1"/>
          </p:cNvSpPr>
          <p:nvPr/>
        </p:nvSpPr>
        <p:spPr bwMode="auto">
          <a:xfrm>
            <a:off x="5665788" y="3644901"/>
            <a:ext cx="4102100" cy="2303463"/>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lnSpc>
                <a:spcPct val="120000"/>
              </a:lnSpc>
              <a:spcBef>
                <a:spcPct val="40000"/>
              </a:spcBef>
              <a:spcAft>
                <a:spcPct val="0"/>
              </a:spcAft>
              <a:buFont typeface="Arial" panose="020B0604020202020204" pitchFamily="34" charset="0"/>
              <a:buChar char="•"/>
            </a:pPr>
            <a:r>
              <a:rPr lang="zh-CN" altLang="en-US" sz="2000" b="1">
                <a:solidFill>
                  <a:srgbClr val="000000"/>
                </a:solidFill>
              </a:rPr>
              <a:t> 利用流图表示</a:t>
            </a:r>
            <a:r>
              <a:rPr lang="zh-CN" altLang="en-US" sz="2000" b="1">
                <a:solidFill>
                  <a:srgbClr val="FF0000"/>
                </a:solidFill>
              </a:rPr>
              <a:t>控制逻辑</a:t>
            </a:r>
          </a:p>
          <a:p>
            <a:pPr eaLnBrk="1" fontAlgn="base" hangingPunct="1">
              <a:lnSpc>
                <a:spcPct val="120000"/>
              </a:lnSpc>
              <a:spcBef>
                <a:spcPct val="40000"/>
              </a:spcBef>
              <a:spcAft>
                <a:spcPct val="0"/>
              </a:spcAft>
              <a:buFont typeface="Arial" panose="020B0604020202020204" pitchFamily="34" charset="0"/>
              <a:buChar char="•"/>
            </a:pPr>
            <a:r>
              <a:rPr lang="zh-CN" altLang="en-US" sz="2000" b="1">
                <a:solidFill>
                  <a:srgbClr val="000000"/>
                </a:solidFill>
              </a:rPr>
              <a:t> 确定覆盖测试路径</a:t>
            </a:r>
            <a:r>
              <a:rPr lang="zh-CN" altLang="en-US" sz="2000" b="1">
                <a:solidFill>
                  <a:srgbClr val="FF0000"/>
                </a:solidFill>
              </a:rPr>
              <a:t>上界的计算</a:t>
            </a:r>
            <a:r>
              <a:rPr lang="zh-CN" altLang="en-US" sz="2000" b="1">
                <a:solidFill>
                  <a:srgbClr val="000000"/>
                </a:solidFill>
              </a:rPr>
              <a:t>（环复杂度计算）</a:t>
            </a:r>
          </a:p>
          <a:p>
            <a:pPr eaLnBrk="1" fontAlgn="base" hangingPunct="1">
              <a:lnSpc>
                <a:spcPct val="120000"/>
              </a:lnSpc>
              <a:spcBef>
                <a:spcPct val="40000"/>
              </a:spcBef>
              <a:spcAft>
                <a:spcPct val="0"/>
              </a:spcAft>
              <a:buFont typeface="Arial" panose="020B0604020202020204" pitchFamily="34" charset="0"/>
              <a:buChar char="•"/>
            </a:pPr>
            <a:r>
              <a:rPr lang="zh-CN" altLang="en-US" sz="2000" b="1">
                <a:solidFill>
                  <a:srgbClr val="000000"/>
                </a:solidFill>
              </a:rPr>
              <a:t> 根据流图标识</a:t>
            </a:r>
            <a:r>
              <a:rPr lang="zh-CN" altLang="en-US" sz="2000" b="1">
                <a:solidFill>
                  <a:srgbClr val="FF0000"/>
                </a:solidFill>
              </a:rPr>
              <a:t>独立路径</a:t>
            </a:r>
          </a:p>
          <a:p>
            <a:pPr eaLnBrk="1" fontAlgn="base" hangingPunct="1">
              <a:lnSpc>
                <a:spcPct val="120000"/>
              </a:lnSpc>
              <a:spcBef>
                <a:spcPct val="40000"/>
              </a:spcBef>
              <a:spcAft>
                <a:spcPct val="0"/>
              </a:spcAft>
              <a:buFont typeface="Arial" panose="020B0604020202020204" pitchFamily="34" charset="0"/>
              <a:buChar char="•"/>
            </a:pPr>
            <a:r>
              <a:rPr lang="zh-CN" altLang="en-US" sz="2000" b="1">
                <a:solidFill>
                  <a:srgbClr val="000000"/>
                </a:solidFill>
              </a:rPr>
              <a:t> 用基本路径法导出测试用例</a:t>
            </a:r>
          </a:p>
        </p:txBody>
      </p:sp>
      <p:sp>
        <p:nvSpPr>
          <p:cNvPr id="152584" name="TextBox 9">
            <a:extLst>
              <a:ext uri="{FF2B5EF4-FFF2-40B4-BE49-F238E27FC236}">
                <a16:creationId xmlns:a16="http://schemas.microsoft.com/office/drawing/2014/main" id="{88ACB98B-DE91-FAB7-8A4D-320159951854}"/>
              </a:ext>
            </a:extLst>
          </p:cNvPr>
          <p:cNvSpPr txBox="1">
            <a:spLocks noChangeArrowheads="1"/>
          </p:cNvSpPr>
          <p:nvPr/>
        </p:nvSpPr>
        <p:spPr bwMode="auto">
          <a:xfrm>
            <a:off x="5665789" y="609600"/>
            <a:ext cx="2230437" cy="26035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lnSpc>
                <a:spcPct val="120000"/>
              </a:lnSpc>
              <a:spcBef>
                <a:spcPct val="20000"/>
              </a:spcBef>
              <a:spcAft>
                <a:spcPct val="0"/>
              </a:spcAft>
              <a:buFont typeface="Arial" panose="020B0604020202020204" pitchFamily="34" charset="0"/>
              <a:buChar char="•"/>
            </a:pPr>
            <a:r>
              <a:rPr lang="zh-CN" altLang="en-US" sz="2000" b="1">
                <a:solidFill>
                  <a:srgbClr val="000000"/>
                </a:solidFill>
              </a:rPr>
              <a:t> 语句覆盖</a:t>
            </a:r>
          </a:p>
          <a:p>
            <a:pPr eaLnBrk="1" fontAlgn="base" hangingPunct="1">
              <a:lnSpc>
                <a:spcPct val="120000"/>
              </a:lnSpc>
              <a:spcBef>
                <a:spcPct val="20000"/>
              </a:spcBef>
              <a:spcAft>
                <a:spcPct val="0"/>
              </a:spcAft>
            </a:pPr>
            <a:r>
              <a:rPr lang="en-US" altLang="zh-CN" sz="2000" b="1">
                <a:solidFill>
                  <a:srgbClr val="000000"/>
                </a:solidFill>
              </a:rPr>
              <a:t>• </a:t>
            </a:r>
            <a:r>
              <a:rPr lang="zh-CN" altLang="en-US" sz="2000" b="1">
                <a:solidFill>
                  <a:srgbClr val="000000"/>
                </a:solidFill>
              </a:rPr>
              <a:t>判定覆盖</a:t>
            </a:r>
          </a:p>
          <a:p>
            <a:pPr eaLnBrk="1" fontAlgn="base" hangingPunct="1">
              <a:lnSpc>
                <a:spcPct val="120000"/>
              </a:lnSpc>
              <a:spcBef>
                <a:spcPct val="20000"/>
              </a:spcBef>
              <a:spcAft>
                <a:spcPct val="0"/>
              </a:spcAft>
            </a:pPr>
            <a:r>
              <a:rPr lang="en-US" altLang="zh-CN" sz="2000" b="1">
                <a:solidFill>
                  <a:srgbClr val="000000"/>
                </a:solidFill>
              </a:rPr>
              <a:t>• </a:t>
            </a:r>
            <a:r>
              <a:rPr lang="zh-CN" altLang="en-US" sz="2000" b="1">
                <a:solidFill>
                  <a:srgbClr val="000000"/>
                </a:solidFill>
              </a:rPr>
              <a:t>条件覆盖</a:t>
            </a:r>
          </a:p>
          <a:p>
            <a:pPr eaLnBrk="1" fontAlgn="base" hangingPunct="1">
              <a:lnSpc>
                <a:spcPct val="120000"/>
              </a:lnSpc>
              <a:spcBef>
                <a:spcPct val="20000"/>
              </a:spcBef>
              <a:spcAft>
                <a:spcPct val="0"/>
              </a:spcAft>
            </a:pPr>
            <a:r>
              <a:rPr lang="en-US" altLang="zh-CN" sz="2000" b="1">
                <a:solidFill>
                  <a:srgbClr val="000000"/>
                </a:solidFill>
              </a:rPr>
              <a:t>• </a:t>
            </a:r>
            <a:r>
              <a:rPr lang="zh-CN" altLang="en-US" sz="2000" b="1">
                <a:solidFill>
                  <a:srgbClr val="000000"/>
                </a:solidFill>
              </a:rPr>
              <a:t>判定</a:t>
            </a:r>
            <a:r>
              <a:rPr lang="en-US" altLang="zh-CN" sz="2000" b="1">
                <a:solidFill>
                  <a:srgbClr val="000000"/>
                </a:solidFill>
              </a:rPr>
              <a:t>/</a:t>
            </a:r>
            <a:r>
              <a:rPr lang="zh-CN" altLang="en-US" sz="2000" b="1">
                <a:solidFill>
                  <a:srgbClr val="000000"/>
                </a:solidFill>
              </a:rPr>
              <a:t>条件覆盖</a:t>
            </a:r>
          </a:p>
          <a:p>
            <a:pPr eaLnBrk="1" fontAlgn="base" hangingPunct="1">
              <a:lnSpc>
                <a:spcPct val="120000"/>
              </a:lnSpc>
              <a:spcBef>
                <a:spcPct val="20000"/>
              </a:spcBef>
              <a:spcAft>
                <a:spcPct val="0"/>
              </a:spcAft>
            </a:pPr>
            <a:r>
              <a:rPr lang="en-US" altLang="zh-CN" sz="2000" b="1">
                <a:solidFill>
                  <a:srgbClr val="000000"/>
                </a:solidFill>
              </a:rPr>
              <a:t>• </a:t>
            </a:r>
            <a:r>
              <a:rPr lang="zh-CN" altLang="en-US" sz="2000" b="1">
                <a:solidFill>
                  <a:srgbClr val="000000"/>
                </a:solidFill>
              </a:rPr>
              <a:t>条件组合覆盖</a:t>
            </a:r>
          </a:p>
          <a:p>
            <a:pPr eaLnBrk="1" fontAlgn="base" hangingPunct="1">
              <a:lnSpc>
                <a:spcPct val="120000"/>
              </a:lnSpc>
              <a:spcBef>
                <a:spcPct val="20000"/>
              </a:spcBef>
              <a:spcAft>
                <a:spcPct val="0"/>
              </a:spcAft>
            </a:pPr>
            <a:r>
              <a:rPr lang="en-US" altLang="zh-CN" sz="2000" b="1">
                <a:solidFill>
                  <a:srgbClr val="000000"/>
                </a:solidFill>
              </a:rPr>
              <a:t>• </a:t>
            </a:r>
            <a:r>
              <a:rPr lang="zh-CN" altLang="en-US" sz="2000" b="1">
                <a:solidFill>
                  <a:srgbClr val="000000"/>
                </a:solidFill>
              </a:rPr>
              <a:t>路径覆盖</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2584"/>
                                        </p:tgtEl>
                                        <p:attrNameLst>
                                          <p:attrName>style.visibility</p:attrName>
                                        </p:attrNameLst>
                                      </p:cBhvr>
                                      <p:to>
                                        <p:strVal val="visible"/>
                                      </p:to>
                                    </p:set>
                                    <p:anim calcmode="lin" valueType="num">
                                      <p:cBhvr additive="base">
                                        <p:cTn id="7" dur="1000" fill="hold"/>
                                        <p:tgtEl>
                                          <p:spTgt spid="152584"/>
                                        </p:tgtEl>
                                        <p:attrNameLst>
                                          <p:attrName>ppt_x</p:attrName>
                                        </p:attrNameLst>
                                      </p:cBhvr>
                                      <p:tavLst>
                                        <p:tav tm="0">
                                          <p:val>
                                            <p:strVal val="#ppt_x"/>
                                          </p:val>
                                        </p:tav>
                                        <p:tav tm="100000">
                                          <p:val>
                                            <p:strVal val="#ppt_x"/>
                                          </p:val>
                                        </p:tav>
                                      </p:tavLst>
                                    </p:anim>
                                    <p:anim calcmode="lin" valueType="num">
                                      <p:cBhvr additive="base">
                                        <p:cTn id="8" dur="1000" fill="hold"/>
                                        <p:tgtEl>
                                          <p:spTgt spid="15258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152583"/>
                                        </p:tgtEl>
                                        <p:attrNameLst>
                                          <p:attrName>style.visibility</p:attrName>
                                        </p:attrNameLst>
                                      </p:cBhvr>
                                      <p:to>
                                        <p:strVal val="visible"/>
                                      </p:to>
                                    </p:set>
                                    <p:animEffect transition="in" filter="diamond(in)">
                                      <p:cBhvr>
                                        <p:cTn id="13" dur="2000"/>
                                        <p:tgtEl>
                                          <p:spTgt spid="152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83" grpId="0" animBg="1"/>
      <p:bldP spid="15258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EB0CAA82-7002-E4EE-5376-6EE91840AC14}"/>
              </a:ext>
            </a:extLst>
          </p:cNvPr>
          <p:cNvSpPr>
            <a:spLocks noGrp="1" noChangeArrowheads="1"/>
          </p:cNvSpPr>
          <p:nvPr>
            <p:ph type="sldNum" sz="quarter" idx="12"/>
          </p:nvPr>
        </p:nvSpPr>
        <p:spPr>
          <a:ln/>
        </p:spPr>
        <p:txBody>
          <a:bodyPr/>
          <a:lstStyle/>
          <a:p>
            <a:pPr fontAlgn="base">
              <a:spcBef>
                <a:spcPct val="0"/>
              </a:spcBef>
              <a:spcAft>
                <a:spcPct val="0"/>
              </a:spcAft>
            </a:pPr>
            <a:fld id="{FA9B793E-2913-4626-89FC-855F4EDFDBB7}" type="slidenum">
              <a:rPr kumimoji="1" lang="en-US" altLang="zh-CN">
                <a:solidFill>
                  <a:srgbClr val="000000"/>
                </a:solidFill>
                <a:ea typeface="宋体" panose="02010600030101010101" pitchFamily="2" charset="-122"/>
              </a:rPr>
              <a:pPr fontAlgn="base">
                <a:spcBef>
                  <a:spcPct val="0"/>
                </a:spcBef>
                <a:spcAft>
                  <a:spcPct val="0"/>
                </a:spcAft>
              </a:pPr>
              <a:t>6</a:t>
            </a:fld>
            <a:endParaRPr kumimoji="1" lang="en-US" altLang="zh-CN">
              <a:solidFill>
                <a:srgbClr val="000000"/>
              </a:solidFill>
              <a:ea typeface="宋体" panose="02010600030101010101" pitchFamily="2" charset="-122"/>
            </a:endParaRPr>
          </a:p>
        </p:txBody>
      </p:sp>
      <p:sp>
        <p:nvSpPr>
          <p:cNvPr id="233474" name="Rectangle 2">
            <a:extLst>
              <a:ext uri="{FF2B5EF4-FFF2-40B4-BE49-F238E27FC236}">
                <a16:creationId xmlns:a16="http://schemas.microsoft.com/office/drawing/2014/main" id="{39A4D517-8754-1899-FFC3-DB0D79CB0384}"/>
              </a:ext>
            </a:extLst>
          </p:cNvPr>
          <p:cNvSpPr>
            <a:spLocks noGrp="1" noChangeArrowheads="1"/>
          </p:cNvSpPr>
          <p:nvPr>
            <p:ph type="title"/>
          </p:nvPr>
        </p:nvSpPr>
        <p:spPr/>
        <p:txBody>
          <a:bodyPr/>
          <a:lstStyle/>
          <a:p>
            <a:r>
              <a:rPr lang="zh-CN" altLang="en-US"/>
              <a:t>本章内容</a:t>
            </a:r>
          </a:p>
        </p:txBody>
      </p:sp>
      <p:sp>
        <p:nvSpPr>
          <p:cNvPr id="233475" name="Rectangle 3">
            <a:extLst>
              <a:ext uri="{FF2B5EF4-FFF2-40B4-BE49-F238E27FC236}">
                <a16:creationId xmlns:a16="http://schemas.microsoft.com/office/drawing/2014/main" id="{D37C2B80-33A6-2B30-09E9-F5875D282CDC}"/>
              </a:ext>
            </a:extLst>
          </p:cNvPr>
          <p:cNvSpPr>
            <a:spLocks noGrp="1" noChangeArrowheads="1"/>
          </p:cNvSpPr>
          <p:nvPr>
            <p:ph type="body" idx="1"/>
          </p:nvPr>
        </p:nvSpPr>
        <p:spPr>
          <a:xfrm>
            <a:off x="1981200" y="908051"/>
            <a:ext cx="8229600" cy="5078413"/>
          </a:xfrm>
        </p:spPr>
        <p:txBody>
          <a:bodyPr/>
          <a:lstStyle/>
          <a:p>
            <a:pPr>
              <a:lnSpc>
                <a:spcPct val="180000"/>
              </a:lnSpc>
            </a:pPr>
            <a:r>
              <a:rPr lang="en-US" altLang="zh-CN"/>
              <a:t>18.1 </a:t>
            </a:r>
            <a:r>
              <a:rPr lang="zh-CN" altLang="en-US"/>
              <a:t>软件测试基础</a:t>
            </a:r>
          </a:p>
          <a:p>
            <a:pPr>
              <a:lnSpc>
                <a:spcPct val="180000"/>
              </a:lnSpc>
            </a:pPr>
            <a:r>
              <a:rPr lang="en-US" altLang="zh-CN"/>
              <a:t>18.2 </a:t>
            </a:r>
            <a:r>
              <a:rPr lang="zh-CN" altLang="en-US"/>
              <a:t>测试的内部视角和外部视角</a:t>
            </a:r>
          </a:p>
          <a:p>
            <a:pPr>
              <a:lnSpc>
                <a:spcPct val="180000"/>
              </a:lnSpc>
            </a:pPr>
            <a:r>
              <a:rPr lang="en-US" altLang="zh-CN"/>
              <a:t>18.3 </a:t>
            </a:r>
            <a:r>
              <a:rPr lang="zh-CN" altLang="en-US"/>
              <a:t>白盒测试</a:t>
            </a:r>
          </a:p>
          <a:p>
            <a:pPr>
              <a:lnSpc>
                <a:spcPct val="180000"/>
              </a:lnSpc>
            </a:pPr>
            <a:r>
              <a:rPr lang="en-US" altLang="zh-CN">
                <a:solidFill>
                  <a:srgbClr val="FF0000"/>
                </a:solidFill>
              </a:rPr>
              <a:t>18.4 </a:t>
            </a:r>
            <a:r>
              <a:rPr lang="zh-CN" altLang="en-US">
                <a:solidFill>
                  <a:srgbClr val="FF0000"/>
                </a:solidFill>
              </a:rPr>
              <a:t>基本路径测试</a:t>
            </a:r>
          </a:p>
          <a:p>
            <a:pPr>
              <a:lnSpc>
                <a:spcPct val="180000"/>
              </a:lnSpc>
            </a:pPr>
            <a:r>
              <a:rPr lang="en-US" altLang="zh-CN"/>
              <a:t>18.5 </a:t>
            </a:r>
            <a:r>
              <a:rPr lang="zh-CN" altLang="en-US"/>
              <a:t>控制结构测试</a:t>
            </a:r>
          </a:p>
          <a:p>
            <a:pPr>
              <a:lnSpc>
                <a:spcPct val="180000"/>
              </a:lnSpc>
            </a:pPr>
            <a:r>
              <a:rPr lang="en-US" altLang="zh-CN"/>
              <a:t>18.6 </a:t>
            </a:r>
            <a:r>
              <a:rPr lang="zh-CN" altLang="en-US"/>
              <a:t>黑盒测试</a:t>
            </a:r>
          </a:p>
          <a:p>
            <a:pPr>
              <a:lnSpc>
                <a:spcPct val="180000"/>
              </a:lnSpc>
            </a:pPr>
            <a:r>
              <a:rPr lang="en-US" altLang="zh-CN"/>
              <a:t>18.7 </a:t>
            </a:r>
            <a:r>
              <a:rPr lang="zh-CN" altLang="en-US"/>
              <a:t>基于模型的测试</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5EEC8D16-AC42-9204-E494-CC077473E62D}"/>
              </a:ext>
            </a:extLst>
          </p:cNvPr>
          <p:cNvSpPr>
            <a:spLocks noGrp="1" noChangeArrowheads="1"/>
          </p:cNvSpPr>
          <p:nvPr>
            <p:ph type="sldNum" sz="quarter" idx="12"/>
          </p:nvPr>
        </p:nvSpPr>
        <p:spPr>
          <a:ln/>
        </p:spPr>
        <p:txBody>
          <a:bodyPr/>
          <a:lstStyle/>
          <a:p>
            <a:pPr fontAlgn="base">
              <a:spcBef>
                <a:spcPct val="0"/>
              </a:spcBef>
              <a:spcAft>
                <a:spcPct val="0"/>
              </a:spcAft>
            </a:pPr>
            <a:fld id="{EE3237DF-2184-469F-AA43-128C808BA911}" type="slidenum">
              <a:rPr kumimoji="1" lang="en-US" altLang="zh-CN">
                <a:solidFill>
                  <a:srgbClr val="000000"/>
                </a:solidFill>
                <a:ea typeface="宋体" panose="02010600030101010101" pitchFamily="2" charset="-122"/>
              </a:rPr>
              <a:pPr fontAlgn="base">
                <a:spcBef>
                  <a:spcPct val="0"/>
                </a:spcBef>
                <a:spcAft>
                  <a:spcPct val="0"/>
                </a:spcAft>
              </a:pPr>
              <a:t>7</a:t>
            </a:fld>
            <a:endParaRPr kumimoji="1" lang="en-US" altLang="zh-CN">
              <a:solidFill>
                <a:srgbClr val="000000"/>
              </a:solidFill>
              <a:ea typeface="宋体" panose="02010600030101010101" pitchFamily="2" charset="-122"/>
            </a:endParaRPr>
          </a:p>
        </p:txBody>
      </p:sp>
      <p:sp>
        <p:nvSpPr>
          <p:cNvPr id="154626" name="标题 1">
            <a:extLst>
              <a:ext uri="{FF2B5EF4-FFF2-40B4-BE49-F238E27FC236}">
                <a16:creationId xmlns:a16="http://schemas.microsoft.com/office/drawing/2014/main" id="{98052AD7-67FE-B154-A810-11AB7C089D30}"/>
              </a:ext>
            </a:extLst>
          </p:cNvPr>
          <p:cNvSpPr>
            <a:spLocks noGrp="1"/>
          </p:cNvSpPr>
          <p:nvPr>
            <p:ph type="title" idx="4294967295"/>
          </p:nvPr>
        </p:nvSpPr>
        <p:spPr/>
        <p:txBody>
          <a:bodyPr/>
          <a:lstStyle/>
          <a:p>
            <a:r>
              <a:rPr lang="zh-CN" altLang="en-US"/>
              <a:t>基本路径测试</a:t>
            </a:r>
          </a:p>
        </p:txBody>
      </p:sp>
      <p:sp>
        <p:nvSpPr>
          <p:cNvPr id="154627" name="内容占位符 2">
            <a:extLst>
              <a:ext uri="{FF2B5EF4-FFF2-40B4-BE49-F238E27FC236}">
                <a16:creationId xmlns:a16="http://schemas.microsoft.com/office/drawing/2014/main" id="{5C646059-DE64-3AEB-6D90-69E8A8C8B5B6}"/>
              </a:ext>
            </a:extLst>
          </p:cNvPr>
          <p:cNvSpPr>
            <a:spLocks noGrp="1"/>
          </p:cNvSpPr>
          <p:nvPr>
            <p:ph idx="4294967295"/>
          </p:nvPr>
        </p:nvSpPr>
        <p:spPr>
          <a:xfrm>
            <a:off x="1981200" y="1700214"/>
            <a:ext cx="8229600" cy="4105275"/>
          </a:xfrm>
        </p:spPr>
        <p:txBody>
          <a:bodyPr/>
          <a:lstStyle/>
          <a:p>
            <a:pPr eaLnBrk="1" hangingPunct="1">
              <a:lnSpc>
                <a:spcPct val="150000"/>
              </a:lnSpc>
              <a:spcBef>
                <a:spcPct val="50000"/>
              </a:spcBef>
            </a:pPr>
            <a:r>
              <a:rPr lang="zh-CN" altLang="en-US" sz="2800">
                <a:latin typeface="宋体" panose="02010600030101010101" pitchFamily="2" charset="-122"/>
              </a:rPr>
              <a:t>它是在</a:t>
            </a:r>
            <a:r>
              <a:rPr lang="zh-CN" altLang="en-US" sz="2800">
                <a:solidFill>
                  <a:srgbClr val="FF0000"/>
                </a:solidFill>
                <a:latin typeface="宋体" panose="02010600030101010101" pitchFamily="2" charset="-122"/>
              </a:rPr>
              <a:t>程序控制流图</a:t>
            </a:r>
            <a:r>
              <a:rPr lang="zh-CN" altLang="en-US" sz="2800">
                <a:latin typeface="宋体" panose="02010600030101010101" pitchFamily="2" charset="-122"/>
              </a:rPr>
              <a:t>的基础上，</a:t>
            </a:r>
            <a:r>
              <a:rPr lang="zh-CN" altLang="en-US" sz="2800">
                <a:solidFill>
                  <a:srgbClr val="FF0000"/>
                </a:solidFill>
                <a:latin typeface="宋体" panose="02010600030101010101" pitchFamily="2" charset="-122"/>
              </a:rPr>
              <a:t>分析</a:t>
            </a:r>
            <a:r>
              <a:rPr lang="zh-CN" altLang="en-US" sz="2800">
                <a:latin typeface="宋体" panose="02010600030101010101" pitchFamily="2" charset="-122"/>
              </a:rPr>
              <a:t>控制构造的</a:t>
            </a:r>
            <a:r>
              <a:rPr lang="zh-CN" altLang="en-US" sz="2800">
                <a:solidFill>
                  <a:srgbClr val="FF0000"/>
                </a:solidFill>
                <a:latin typeface="宋体" panose="02010600030101010101" pitchFamily="2" charset="-122"/>
              </a:rPr>
              <a:t>环路复杂性</a:t>
            </a:r>
            <a:r>
              <a:rPr lang="zh-CN" altLang="en-US" sz="2800">
                <a:latin typeface="宋体" panose="02010600030101010101" pitchFamily="2" charset="-122"/>
              </a:rPr>
              <a:t>，</a:t>
            </a:r>
            <a:r>
              <a:rPr lang="zh-CN" altLang="en-US" sz="2800">
                <a:solidFill>
                  <a:srgbClr val="FF0000"/>
                </a:solidFill>
                <a:latin typeface="宋体" panose="02010600030101010101" pitchFamily="2" charset="-122"/>
              </a:rPr>
              <a:t>导出</a:t>
            </a:r>
            <a:r>
              <a:rPr lang="zh-CN" altLang="en-US" sz="2800">
                <a:latin typeface="宋体" panose="02010600030101010101" pitchFamily="2" charset="-122"/>
              </a:rPr>
              <a:t>基本</a:t>
            </a:r>
            <a:r>
              <a:rPr lang="zh-CN" altLang="en-US" sz="2800">
                <a:solidFill>
                  <a:srgbClr val="FF0000"/>
                </a:solidFill>
                <a:latin typeface="宋体" panose="02010600030101010101" pitchFamily="2" charset="-122"/>
              </a:rPr>
              <a:t>可执行路径</a:t>
            </a:r>
            <a:r>
              <a:rPr lang="zh-CN" altLang="en-US" sz="2800">
                <a:latin typeface="宋体" panose="02010600030101010101" pitchFamily="2" charset="-122"/>
              </a:rPr>
              <a:t>集合。</a:t>
            </a:r>
          </a:p>
          <a:p>
            <a:pPr eaLnBrk="1" hangingPunct="1">
              <a:lnSpc>
                <a:spcPct val="150000"/>
              </a:lnSpc>
              <a:spcBef>
                <a:spcPct val="50000"/>
              </a:spcBef>
            </a:pPr>
            <a:r>
              <a:rPr lang="zh-CN" altLang="en-US" sz="2800">
                <a:latin typeface="宋体" panose="02010600030101010101" pitchFamily="2" charset="-122"/>
              </a:rPr>
              <a:t>设计出的测试用例要保证在测试中，程序的每一个可执行语句至少要执行一次。</a:t>
            </a: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animEffect transition="in" filter="blinds(horizontal)">
                                      <p:cBhvr>
                                        <p:cTn id="7" dur="1000"/>
                                        <p:tgtEl>
                                          <p:spTgt spid="1546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54627">
                                            <p:txEl>
                                              <p:pRg st="1" end="1"/>
                                            </p:txEl>
                                          </p:spTgt>
                                        </p:tgtEl>
                                        <p:attrNameLst>
                                          <p:attrName>style.visibility</p:attrName>
                                        </p:attrNameLst>
                                      </p:cBhvr>
                                      <p:to>
                                        <p:strVal val="visible"/>
                                      </p:to>
                                    </p:set>
                                    <p:animEffect transition="in" filter="blinds(horizontal)">
                                      <p:cBhvr>
                                        <p:cTn id="12" dur="1000"/>
                                        <p:tgtEl>
                                          <p:spTgt spid="15462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67CDEBD8-AA3E-F10B-4123-32558BCF3A31}"/>
              </a:ext>
            </a:extLst>
          </p:cNvPr>
          <p:cNvSpPr>
            <a:spLocks noGrp="1" noChangeArrowheads="1"/>
          </p:cNvSpPr>
          <p:nvPr>
            <p:ph type="sldNum" sz="quarter" idx="12"/>
          </p:nvPr>
        </p:nvSpPr>
        <p:spPr>
          <a:ln/>
        </p:spPr>
        <p:txBody>
          <a:bodyPr/>
          <a:lstStyle/>
          <a:p>
            <a:pPr fontAlgn="base">
              <a:spcBef>
                <a:spcPct val="0"/>
              </a:spcBef>
              <a:spcAft>
                <a:spcPct val="0"/>
              </a:spcAft>
            </a:pPr>
            <a:fld id="{0990C828-075C-4F05-ABBA-FF25B6953D40}" type="slidenum">
              <a:rPr kumimoji="1" lang="en-US" altLang="zh-CN">
                <a:solidFill>
                  <a:srgbClr val="000000"/>
                </a:solidFill>
                <a:ea typeface="宋体" panose="02010600030101010101" pitchFamily="2" charset="-122"/>
              </a:rPr>
              <a:pPr fontAlgn="base">
                <a:spcBef>
                  <a:spcPct val="0"/>
                </a:spcBef>
                <a:spcAft>
                  <a:spcPct val="0"/>
                </a:spcAft>
              </a:pPr>
              <a:t>8</a:t>
            </a:fld>
            <a:endParaRPr kumimoji="1" lang="en-US" altLang="zh-CN">
              <a:solidFill>
                <a:srgbClr val="000000"/>
              </a:solidFill>
              <a:ea typeface="宋体" panose="02010600030101010101" pitchFamily="2" charset="-122"/>
            </a:endParaRPr>
          </a:p>
        </p:txBody>
      </p:sp>
      <p:sp>
        <p:nvSpPr>
          <p:cNvPr id="155650" name="标题 1">
            <a:extLst>
              <a:ext uri="{FF2B5EF4-FFF2-40B4-BE49-F238E27FC236}">
                <a16:creationId xmlns:a16="http://schemas.microsoft.com/office/drawing/2014/main" id="{89D8BA01-58A4-8899-ED54-CB336C4BB450}"/>
              </a:ext>
            </a:extLst>
          </p:cNvPr>
          <p:cNvSpPr>
            <a:spLocks noGrp="1"/>
          </p:cNvSpPr>
          <p:nvPr>
            <p:ph type="title" idx="4294967295"/>
          </p:nvPr>
        </p:nvSpPr>
        <p:spPr/>
        <p:txBody>
          <a:bodyPr/>
          <a:lstStyle/>
          <a:p>
            <a:r>
              <a:rPr lang="zh-CN" altLang="en-US"/>
              <a:t>流图表示</a:t>
            </a:r>
          </a:p>
        </p:txBody>
      </p:sp>
      <p:sp>
        <p:nvSpPr>
          <p:cNvPr id="4" name="内容占位符 2">
            <a:extLst>
              <a:ext uri="{FF2B5EF4-FFF2-40B4-BE49-F238E27FC236}">
                <a16:creationId xmlns:a16="http://schemas.microsoft.com/office/drawing/2014/main" id="{0572B2F9-BF2D-093A-7873-50794727EB40}"/>
              </a:ext>
            </a:extLst>
          </p:cNvPr>
          <p:cNvSpPr>
            <a:spLocks noGrp="1"/>
          </p:cNvSpPr>
          <p:nvPr>
            <p:ph idx="4294967295"/>
          </p:nvPr>
        </p:nvSpPr>
        <p:spPr>
          <a:xfrm>
            <a:off x="1981200" y="979489"/>
            <a:ext cx="8218488" cy="5113337"/>
          </a:xfrm>
        </p:spPr>
        <p:txBody>
          <a:bodyPr/>
          <a:lstStyle/>
          <a:p>
            <a:pPr eaLnBrk="1" hangingPunct="1">
              <a:lnSpc>
                <a:spcPct val="150000"/>
              </a:lnSpc>
              <a:spcBef>
                <a:spcPct val="50000"/>
              </a:spcBef>
            </a:pPr>
            <a:r>
              <a:rPr lang="zh-CN" altLang="en-US"/>
              <a:t>流图 </a:t>
            </a:r>
            <a:r>
              <a:rPr lang="en-US" altLang="zh-CN"/>
              <a:t>(</a:t>
            </a:r>
            <a:r>
              <a:rPr lang="zh-CN" altLang="en-US"/>
              <a:t>或程序图</a:t>
            </a:r>
            <a:r>
              <a:rPr lang="en-US" altLang="zh-CN"/>
              <a:t>)</a:t>
            </a:r>
            <a:r>
              <a:rPr lang="zh-CN" altLang="en-US"/>
              <a:t>：</a:t>
            </a:r>
            <a:endParaRPr lang="en-US" altLang="zh-CN"/>
          </a:p>
          <a:p>
            <a:pPr lvl="1" eaLnBrk="1" hangingPunct="1">
              <a:lnSpc>
                <a:spcPct val="150000"/>
              </a:lnSpc>
              <a:spcBef>
                <a:spcPct val="50000"/>
              </a:spcBef>
            </a:pPr>
            <a:r>
              <a:rPr lang="zh-CN" altLang="en-US" sz="2200"/>
              <a:t>一种简单的</a:t>
            </a:r>
            <a:r>
              <a:rPr lang="zh-CN" altLang="en-US" sz="2200">
                <a:solidFill>
                  <a:srgbClr val="FF0000"/>
                </a:solidFill>
              </a:rPr>
              <a:t>控制流表示方法；</a:t>
            </a:r>
            <a:endParaRPr lang="en-US" altLang="zh-CN" sz="2200">
              <a:solidFill>
                <a:srgbClr val="FF0000"/>
              </a:solidFill>
            </a:endParaRPr>
          </a:p>
          <a:p>
            <a:pPr lvl="1" eaLnBrk="1" hangingPunct="1">
              <a:lnSpc>
                <a:spcPct val="150000"/>
              </a:lnSpc>
              <a:spcBef>
                <a:spcPct val="50000"/>
              </a:spcBef>
            </a:pPr>
            <a:r>
              <a:rPr lang="zh-CN" altLang="en-US" sz="2200">
                <a:solidFill>
                  <a:srgbClr val="FF0000"/>
                </a:solidFill>
              </a:rPr>
              <a:t>圆</a:t>
            </a:r>
            <a:r>
              <a:rPr lang="zh-CN" altLang="en-US" sz="2200"/>
              <a:t>：流图结点，表示一个或多个过程语句。</a:t>
            </a:r>
            <a:endParaRPr lang="en-US" altLang="zh-CN" sz="2200"/>
          </a:p>
          <a:p>
            <a:pPr lvl="2" eaLnBrk="1" hangingPunct="1">
              <a:lnSpc>
                <a:spcPct val="150000"/>
              </a:lnSpc>
              <a:spcBef>
                <a:spcPct val="50000"/>
              </a:spcBef>
            </a:pPr>
            <a:r>
              <a:rPr lang="zh-CN" altLang="en-US" sz="2000">
                <a:solidFill>
                  <a:srgbClr val="FF0000"/>
                </a:solidFill>
              </a:rPr>
              <a:t>处理框序列</a:t>
            </a:r>
            <a:r>
              <a:rPr lang="zh-CN" altLang="en-US" sz="2000"/>
              <a:t>和一个</a:t>
            </a:r>
            <a:r>
              <a:rPr lang="zh-CN" altLang="en-US" sz="2000">
                <a:solidFill>
                  <a:srgbClr val="FF0000"/>
                </a:solidFill>
              </a:rPr>
              <a:t>菱形判定框</a:t>
            </a:r>
            <a:r>
              <a:rPr lang="zh-CN" altLang="en-US" sz="2000"/>
              <a:t>可</a:t>
            </a:r>
            <a:r>
              <a:rPr lang="zh-CN" altLang="en-US" sz="2000">
                <a:solidFill>
                  <a:srgbClr val="FF0000"/>
                </a:solidFill>
              </a:rPr>
              <a:t>映射为单个结点</a:t>
            </a:r>
            <a:r>
              <a:rPr lang="en-US" altLang="zh-CN" sz="2000"/>
              <a:t>(</a:t>
            </a:r>
            <a:r>
              <a:rPr lang="zh-CN" altLang="en-US" sz="2000"/>
              <a:t>相对于流程图</a:t>
            </a:r>
            <a:r>
              <a:rPr lang="en-US" altLang="zh-CN" sz="2000"/>
              <a:t>)</a:t>
            </a:r>
          </a:p>
          <a:p>
            <a:pPr lvl="1" eaLnBrk="1" hangingPunct="1">
              <a:lnSpc>
                <a:spcPct val="150000"/>
              </a:lnSpc>
              <a:spcBef>
                <a:spcPct val="50000"/>
              </a:spcBef>
            </a:pPr>
            <a:r>
              <a:rPr lang="zh-CN" altLang="en-US" sz="2200">
                <a:solidFill>
                  <a:srgbClr val="FF0000"/>
                </a:solidFill>
              </a:rPr>
              <a:t>箭头</a:t>
            </a:r>
            <a:r>
              <a:rPr lang="zh-CN" altLang="en-US" sz="2200"/>
              <a:t>：边或连接，表示</a:t>
            </a:r>
            <a:r>
              <a:rPr lang="zh-CN" altLang="en-US" sz="2200">
                <a:solidFill>
                  <a:srgbClr val="FF0000"/>
                </a:solidFill>
              </a:rPr>
              <a:t>控制流</a:t>
            </a:r>
            <a:r>
              <a:rPr lang="zh-CN" altLang="en-US" sz="2200"/>
              <a:t>，</a:t>
            </a:r>
            <a:r>
              <a:rPr lang="zh-CN" altLang="en-US" sz="2200">
                <a:solidFill>
                  <a:srgbClr val="FF0000"/>
                </a:solidFill>
              </a:rPr>
              <a:t>一条边必须终于一个节点</a:t>
            </a:r>
            <a:r>
              <a:rPr lang="zh-CN" altLang="en-US" sz="2200"/>
              <a:t>，即使该结点并不代表任何过程语句。</a:t>
            </a:r>
            <a:endParaRPr lang="en-US" altLang="zh-CN" sz="2200"/>
          </a:p>
          <a:p>
            <a:pPr lvl="1" eaLnBrk="1" hangingPunct="1">
              <a:lnSpc>
                <a:spcPct val="150000"/>
              </a:lnSpc>
              <a:spcBef>
                <a:spcPct val="50000"/>
              </a:spcBef>
            </a:pPr>
            <a:r>
              <a:rPr lang="zh-CN" altLang="en-US" sz="2200"/>
              <a:t>由边和节点限定的区间称为</a:t>
            </a:r>
            <a:r>
              <a:rPr lang="zh-CN" altLang="en-US" sz="2200">
                <a:solidFill>
                  <a:srgbClr val="FF0000"/>
                </a:solidFill>
              </a:rPr>
              <a:t>域，</a:t>
            </a:r>
            <a:r>
              <a:rPr lang="zh-CN" altLang="en-US" sz="2200"/>
              <a:t>计算区域时不要忘记区域外的部分，图的外部作为一个域。</a:t>
            </a:r>
            <a:endParaRPr lang="zh-CN" altLang="en-US" sz="220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 calcmode="lin" valueType="num">
                                      <p:cBhvr additive="base">
                                        <p:cTn id="7"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4">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anim calcmode="lin" valueType="num">
                                      <p:cBhvr additive="base">
                                        <p:cTn id="11"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2" dur="10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 calcmode="lin" valueType="num">
                                      <p:cBhvr additive="base">
                                        <p:cTn id="17"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8" dur="10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anim calcmode="lin" valueType="num">
                                      <p:cBhvr additive="base">
                                        <p:cTn id="2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4" dur="10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1B0BDF0C-69CA-8562-43E4-D830078B7679}"/>
              </a:ext>
            </a:extLst>
          </p:cNvPr>
          <p:cNvSpPr>
            <a:spLocks noGrp="1" noChangeArrowheads="1"/>
          </p:cNvSpPr>
          <p:nvPr>
            <p:ph type="sldNum" sz="quarter" idx="12"/>
          </p:nvPr>
        </p:nvSpPr>
        <p:spPr>
          <a:ln/>
        </p:spPr>
        <p:txBody>
          <a:bodyPr/>
          <a:lstStyle/>
          <a:p>
            <a:pPr fontAlgn="base">
              <a:spcBef>
                <a:spcPct val="0"/>
              </a:spcBef>
              <a:spcAft>
                <a:spcPct val="0"/>
              </a:spcAft>
            </a:pPr>
            <a:fld id="{6C393728-7A15-47E5-BFE4-98F7C2ED32AC}" type="slidenum">
              <a:rPr kumimoji="1" lang="en-US" altLang="zh-CN">
                <a:solidFill>
                  <a:srgbClr val="000000"/>
                </a:solidFill>
                <a:ea typeface="宋体" panose="02010600030101010101" pitchFamily="2" charset="-122"/>
              </a:rPr>
              <a:pPr fontAlgn="base">
                <a:spcBef>
                  <a:spcPct val="0"/>
                </a:spcBef>
                <a:spcAft>
                  <a:spcPct val="0"/>
                </a:spcAft>
              </a:pPr>
              <a:t>9</a:t>
            </a:fld>
            <a:endParaRPr kumimoji="1" lang="en-US" altLang="zh-CN">
              <a:solidFill>
                <a:srgbClr val="000000"/>
              </a:solidFill>
              <a:ea typeface="宋体" panose="02010600030101010101" pitchFamily="2" charset="-122"/>
            </a:endParaRPr>
          </a:p>
        </p:txBody>
      </p:sp>
      <p:sp>
        <p:nvSpPr>
          <p:cNvPr id="12290" name="Rectangle 2">
            <a:extLst>
              <a:ext uri="{FF2B5EF4-FFF2-40B4-BE49-F238E27FC236}">
                <a16:creationId xmlns:a16="http://schemas.microsoft.com/office/drawing/2014/main" id="{72E3E216-46B0-C90C-2774-96C565B65056}"/>
              </a:ext>
            </a:extLst>
          </p:cNvPr>
          <p:cNvSpPr>
            <a:spLocks noGrp="1" noChangeArrowheads="1"/>
          </p:cNvSpPr>
          <p:nvPr>
            <p:ph type="title" idx="4294967295"/>
          </p:nvPr>
        </p:nvSpPr>
        <p:spPr>
          <a:xfrm>
            <a:off x="1919288" y="228600"/>
            <a:ext cx="3048000" cy="762000"/>
          </a:xfrm>
        </p:spPr>
        <p:txBody>
          <a:bodyPr/>
          <a:lstStyle/>
          <a:p>
            <a:pPr eaLnBrk="1" hangingPunct="1"/>
            <a:r>
              <a:rPr lang="zh-CN" altLang="en-US"/>
              <a:t>流程图与流图</a:t>
            </a:r>
          </a:p>
        </p:txBody>
      </p:sp>
      <p:sp>
        <p:nvSpPr>
          <p:cNvPr id="12292" name="Oval 4">
            <a:extLst>
              <a:ext uri="{FF2B5EF4-FFF2-40B4-BE49-F238E27FC236}">
                <a16:creationId xmlns:a16="http://schemas.microsoft.com/office/drawing/2014/main" id="{6A20532C-A831-A2A1-9904-48F37D95DB74}"/>
              </a:ext>
            </a:extLst>
          </p:cNvPr>
          <p:cNvSpPr>
            <a:spLocks noChangeArrowheads="1"/>
          </p:cNvSpPr>
          <p:nvPr/>
        </p:nvSpPr>
        <p:spPr bwMode="auto">
          <a:xfrm>
            <a:off x="3733800" y="1143000"/>
            <a:ext cx="304800" cy="304800"/>
          </a:xfrm>
          <a:prstGeom prst="ellipse">
            <a:avLst/>
          </a:prstGeom>
          <a:solidFill>
            <a:schemeClr val="accent1"/>
          </a:solidFill>
          <a:ln w="9525">
            <a:solidFill>
              <a:schemeClr val="tx1"/>
            </a:solidFill>
            <a:round/>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293" name="Line 5">
            <a:extLst>
              <a:ext uri="{FF2B5EF4-FFF2-40B4-BE49-F238E27FC236}">
                <a16:creationId xmlns:a16="http://schemas.microsoft.com/office/drawing/2014/main" id="{35141B1D-6969-A25D-DA15-5E21BBBAF23F}"/>
              </a:ext>
            </a:extLst>
          </p:cNvPr>
          <p:cNvSpPr>
            <a:spLocks noChangeShapeType="1"/>
          </p:cNvSpPr>
          <p:nvPr/>
        </p:nvSpPr>
        <p:spPr bwMode="auto">
          <a:xfrm>
            <a:off x="3886200" y="1447800"/>
            <a:ext cx="0" cy="3048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294" name="AutoShape 6">
            <a:extLst>
              <a:ext uri="{FF2B5EF4-FFF2-40B4-BE49-F238E27FC236}">
                <a16:creationId xmlns:a16="http://schemas.microsoft.com/office/drawing/2014/main" id="{F508EA5A-739E-C8FD-D62D-A5737C1FB0DC}"/>
              </a:ext>
            </a:extLst>
          </p:cNvPr>
          <p:cNvSpPr>
            <a:spLocks noChangeArrowheads="1"/>
          </p:cNvSpPr>
          <p:nvPr/>
        </p:nvSpPr>
        <p:spPr bwMode="auto">
          <a:xfrm>
            <a:off x="3429000" y="1752600"/>
            <a:ext cx="914400" cy="533400"/>
          </a:xfrm>
          <a:prstGeom prst="diamond">
            <a:avLst/>
          </a:prstGeom>
          <a:solidFill>
            <a:schemeClr val="accent1"/>
          </a:solidFill>
          <a:ln w="9525">
            <a:solidFill>
              <a:schemeClr val="tx1"/>
            </a:solidFill>
            <a:miter lim="800000"/>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57702" name="Text Box 7">
            <a:extLst>
              <a:ext uri="{FF2B5EF4-FFF2-40B4-BE49-F238E27FC236}">
                <a16:creationId xmlns:a16="http://schemas.microsoft.com/office/drawing/2014/main" id="{F3263B92-87F7-61D5-0DB9-2D2564FFA35E}"/>
              </a:ext>
            </a:extLst>
          </p:cNvPr>
          <p:cNvSpPr txBox="1">
            <a:spLocks noChangeArrowheads="1"/>
          </p:cNvSpPr>
          <p:nvPr/>
        </p:nvSpPr>
        <p:spPr bwMode="auto">
          <a:xfrm>
            <a:off x="3733800" y="1828800"/>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66"/>
                </a:solidFill>
              </a:rPr>
              <a:t>1</a:t>
            </a:r>
          </a:p>
        </p:txBody>
      </p:sp>
      <p:sp>
        <p:nvSpPr>
          <p:cNvPr id="12296" name="Rectangle 8">
            <a:extLst>
              <a:ext uri="{FF2B5EF4-FFF2-40B4-BE49-F238E27FC236}">
                <a16:creationId xmlns:a16="http://schemas.microsoft.com/office/drawing/2014/main" id="{0CB06A1A-6ACF-FAD7-4456-BE405BC3CF58}"/>
              </a:ext>
            </a:extLst>
          </p:cNvPr>
          <p:cNvSpPr>
            <a:spLocks noChangeArrowheads="1"/>
          </p:cNvSpPr>
          <p:nvPr/>
        </p:nvSpPr>
        <p:spPr bwMode="auto">
          <a:xfrm>
            <a:off x="3352800" y="2590800"/>
            <a:ext cx="1219200" cy="381000"/>
          </a:xfrm>
          <a:prstGeom prst="rect">
            <a:avLst/>
          </a:prstGeom>
          <a:solidFill>
            <a:schemeClr val="accent1"/>
          </a:solidFill>
          <a:ln w="9525">
            <a:solidFill>
              <a:schemeClr val="tx1"/>
            </a:solidFill>
            <a:miter lim="800000"/>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297" name="Line 9">
            <a:extLst>
              <a:ext uri="{FF2B5EF4-FFF2-40B4-BE49-F238E27FC236}">
                <a16:creationId xmlns:a16="http://schemas.microsoft.com/office/drawing/2014/main" id="{3DE732B4-6F4D-FEA8-DFDD-DFDEB54B86E5}"/>
              </a:ext>
            </a:extLst>
          </p:cNvPr>
          <p:cNvSpPr>
            <a:spLocks noChangeShapeType="1"/>
          </p:cNvSpPr>
          <p:nvPr/>
        </p:nvSpPr>
        <p:spPr bwMode="auto">
          <a:xfrm>
            <a:off x="3886200" y="2286000"/>
            <a:ext cx="0" cy="3048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298" name="AutoShape 10">
            <a:extLst>
              <a:ext uri="{FF2B5EF4-FFF2-40B4-BE49-F238E27FC236}">
                <a16:creationId xmlns:a16="http://schemas.microsoft.com/office/drawing/2014/main" id="{B3889CD5-07CA-EBC5-8858-DF8859DA0F3D}"/>
              </a:ext>
            </a:extLst>
          </p:cNvPr>
          <p:cNvSpPr>
            <a:spLocks noChangeArrowheads="1"/>
          </p:cNvSpPr>
          <p:nvPr/>
        </p:nvSpPr>
        <p:spPr bwMode="auto">
          <a:xfrm>
            <a:off x="3429000" y="3200400"/>
            <a:ext cx="914400" cy="533400"/>
          </a:xfrm>
          <a:prstGeom prst="diamond">
            <a:avLst/>
          </a:prstGeom>
          <a:solidFill>
            <a:schemeClr val="accent1"/>
          </a:solidFill>
          <a:ln w="9525">
            <a:solidFill>
              <a:schemeClr val="tx1"/>
            </a:solidFill>
            <a:miter lim="800000"/>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299" name="Line 11">
            <a:extLst>
              <a:ext uri="{FF2B5EF4-FFF2-40B4-BE49-F238E27FC236}">
                <a16:creationId xmlns:a16="http://schemas.microsoft.com/office/drawing/2014/main" id="{107AF5DB-E40D-79A6-0267-7C32E831C8A6}"/>
              </a:ext>
            </a:extLst>
          </p:cNvPr>
          <p:cNvSpPr>
            <a:spLocks noChangeShapeType="1"/>
          </p:cNvSpPr>
          <p:nvPr/>
        </p:nvSpPr>
        <p:spPr bwMode="auto">
          <a:xfrm>
            <a:off x="3886200" y="2971800"/>
            <a:ext cx="0" cy="2286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00" name="Rectangle 12">
            <a:extLst>
              <a:ext uri="{FF2B5EF4-FFF2-40B4-BE49-F238E27FC236}">
                <a16:creationId xmlns:a16="http://schemas.microsoft.com/office/drawing/2014/main" id="{AB780B75-9D08-D17C-1C0C-D711D740DDFD}"/>
              </a:ext>
            </a:extLst>
          </p:cNvPr>
          <p:cNvSpPr>
            <a:spLocks noChangeArrowheads="1"/>
          </p:cNvSpPr>
          <p:nvPr/>
        </p:nvSpPr>
        <p:spPr bwMode="auto">
          <a:xfrm>
            <a:off x="4876800" y="4038600"/>
            <a:ext cx="914400" cy="381000"/>
          </a:xfrm>
          <a:prstGeom prst="rect">
            <a:avLst/>
          </a:prstGeom>
          <a:solidFill>
            <a:schemeClr val="accent1"/>
          </a:solidFill>
          <a:ln w="9525">
            <a:solidFill>
              <a:schemeClr val="tx1"/>
            </a:solidFill>
            <a:miter lim="800000"/>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02" name="Rectangle 14">
            <a:extLst>
              <a:ext uri="{FF2B5EF4-FFF2-40B4-BE49-F238E27FC236}">
                <a16:creationId xmlns:a16="http://schemas.microsoft.com/office/drawing/2014/main" id="{3C890FF8-4EC7-0621-D22B-852AA264DD71}"/>
              </a:ext>
            </a:extLst>
          </p:cNvPr>
          <p:cNvSpPr>
            <a:spLocks noChangeArrowheads="1"/>
          </p:cNvSpPr>
          <p:nvPr/>
        </p:nvSpPr>
        <p:spPr bwMode="auto">
          <a:xfrm>
            <a:off x="4876800" y="4724400"/>
            <a:ext cx="914400" cy="381000"/>
          </a:xfrm>
          <a:prstGeom prst="rect">
            <a:avLst/>
          </a:prstGeom>
          <a:solidFill>
            <a:schemeClr val="accent1"/>
          </a:solidFill>
          <a:ln w="9525">
            <a:solidFill>
              <a:schemeClr val="tx1"/>
            </a:solidFill>
            <a:miter lim="800000"/>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03" name="Rectangle 15">
            <a:extLst>
              <a:ext uri="{FF2B5EF4-FFF2-40B4-BE49-F238E27FC236}">
                <a16:creationId xmlns:a16="http://schemas.microsoft.com/office/drawing/2014/main" id="{C2ACC195-CEE5-0DD3-B5F3-A4CF03535932}"/>
              </a:ext>
            </a:extLst>
          </p:cNvPr>
          <p:cNvSpPr>
            <a:spLocks noChangeArrowheads="1"/>
          </p:cNvSpPr>
          <p:nvPr/>
        </p:nvSpPr>
        <p:spPr bwMode="auto">
          <a:xfrm>
            <a:off x="2057400" y="4724400"/>
            <a:ext cx="914400" cy="381000"/>
          </a:xfrm>
          <a:prstGeom prst="rect">
            <a:avLst/>
          </a:prstGeom>
          <a:solidFill>
            <a:schemeClr val="accent1"/>
          </a:solidFill>
          <a:ln w="9525">
            <a:solidFill>
              <a:schemeClr val="tx1"/>
            </a:solidFill>
            <a:miter lim="800000"/>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04" name="AutoShape 16">
            <a:extLst>
              <a:ext uri="{FF2B5EF4-FFF2-40B4-BE49-F238E27FC236}">
                <a16:creationId xmlns:a16="http://schemas.microsoft.com/office/drawing/2014/main" id="{6837C41E-AD0F-A6D1-5A14-5AF98EDDFCDC}"/>
              </a:ext>
            </a:extLst>
          </p:cNvPr>
          <p:cNvSpPr>
            <a:spLocks noChangeArrowheads="1"/>
          </p:cNvSpPr>
          <p:nvPr/>
        </p:nvSpPr>
        <p:spPr bwMode="auto">
          <a:xfrm>
            <a:off x="2590800" y="3886200"/>
            <a:ext cx="914400" cy="533400"/>
          </a:xfrm>
          <a:prstGeom prst="diamond">
            <a:avLst/>
          </a:prstGeom>
          <a:solidFill>
            <a:schemeClr val="accent1"/>
          </a:solidFill>
          <a:ln w="9525">
            <a:solidFill>
              <a:schemeClr val="tx1"/>
            </a:solidFill>
            <a:miter lim="800000"/>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05" name="Rectangle 17">
            <a:extLst>
              <a:ext uri="{FF2B5EF4-FFF2-40B4-BE49-F238E27FC236}">
                <a16:creationId xmlns:a16="http://schemas.microsoft.com/office/drawing/2014/main" id="{DF6A9190-EB4C-8C57-D1A6-AF388A21DCCD}"/>
              </a:ext>
            </a:extLst>
          </p:cNvPr>
          <p:cNvSpPr>
            <a:spLocks noChangeArrowheads="1"/>
          </p:cNvSpPr>
          <p:nvPr/>
        </p:nvSpPr>
        <p:spPr bwMode="auto">
          <a:xfrm>
            <a:off x="3276600" y="4724400"/>
            <a:ext cx="914400" cy="381000"/>
          </a:xfrm>
          <a:prstGeom prst="rect">
            <a:avLst/>
          </a:prstGeom>
          <a:solidFill>
            <a:schemeClr val="accent1"/>
          </a:solidFill>
          <a:ln w="9525">
            <a:solidFill>
              <a:schemeClr val="tx1"/>
            </a:solidFill>
            <a:miter lim="800000"/>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57712" name="Text Box 18">
            <a:extLst>
              <a:ext uri="{FF2B5EF4-FFF2-40B4-BE49-F238E27FC236}">
                <a16:creationId xmlns:a16="http://schemas.microsoft.com/office/drawing/2014/main" id="{39AD4D64-4678-C4EC-F32D-466B278B3E93}"/>
              </a:ext>
            </a:extLst>
          </p:cNvPr>
          <p:cNvSpPr txBox="1">
            <a:spLocks noChangeArrowheads="1"/>
          </p:cNvSpPr>
          <p:nvPr/>
        </p:nvSpPr>
        <p:spPr bwMode="auto">
          <a:xfrm>
            <a:off x="3733800" y="2514600"/>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2</a:t>
            </a:r>
          </a:p>
        </p:txBody>
      </p:sp>
      <p:sp>
        <p:nvSpPr>
          <p:cNvPr id="157713" name="Text Box 19">
            <a:extLst>
              <a:ext uri="{FF2B5EF4-FFF2-40B4-BE49-F238E27FC236}">
                <a16:creationId xmlns:a16="http://schemas.microsoft.com/office/drawing/2014/main" id="{58DB43C4-1497-389A-EB72-C9A99833D9E6}"/>
              </a:ext>
            </a:extLst>
          </p:cNvPr>
          <p:cNvSpPr txBox="1">
            <a:spLocks noChangeArrowheads="1"/>
          </p:cNvSpPr>
          <p:nvPr/>
        </p:nvSpPr>
        <p:spPr bwMode="auto">
          <a:xfrm>
            <a:off x="3733800" y="3276600"/>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3</a:t>
            </a:r>
          </a:p>
        </p:txBody>
      </p:sp>
      <p:sp>
        <p:nvSpPr>
          <p:cNvPr id="157714" name="Text Box 20">
            <a:extLst>
              <a:ext uri="{FF2B5EF4-FFF2-40B4-BE49-F238E27FC236}">
                <a16:creationId xmlns:a16="http://schemas.microsoft.com/office/drawing/2014/main" id="{A5A21AE0-6640-BEEA-5AF9-691B2DB450F0}"/>
              </a:ext>
            </a:extLst>
          </p:cNvPr>
          <p:cNvSpPr txBox="1">
            <a:spLocks noChangeArrowheads="1"/>
          </p:cNvSpPr>
          <p:nvPr/>
        </p:nvSpPr>
        <p:spPr bwMode="auto">
          <a:xfrm>
            <a:off x="2895600" y="3886200"/>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6</a:t>
            </a:r>
          </a:p>
        </p:txBody>
      </p:sp>
      <p:sp>
        <p:nvSpPr>
          <p:cNvPr id="157715" name="Text Box 21">
            <a:extLst>
              <a:ext uri="{FF2B5EF4-FFF2-40B4-BE49-F238E27FC236}">
                <a16:creationId xmlns:a16="http://schemas.microsoft.com/office/drawing/2014/main" id="{C4F52530-108D-142C-4670-54E5C656C6BB}"/>
              </a:ext>
            </a:extLst>
          </p:cNvPr>
          <p:cNvSpPr txBox="1">
            <a:spLocks noChangeArrowheads="1"/>
          </p:cNvSpPr>
          <p:nvPr/>
        </p:nvSpPr>
        <p:spPr bwMode="auto">
          <a:xfrm>
            <a:off x="5257800" y="3962400"/>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4</a:t>
            </a:r>
          </a:p>
        </p:txBody>
      </p:sp>
      <p:sp>
        <p:nvSpPr>
          <p:cNvPr id="157716" name="Text Box 22">
            <a:extLst>
              <a:ext uri="{FF2B5EF4-FFF2-40B4-BE49-F238E27FC236}">
                <a16:creationId xmlns:a16="http://schemas.microsoft.com/office/drawing/2014/main" id="{AEA41669-021F-2BD7-FDE0-B892A903B727}"/>
              </a:ext>
            </a:extLst>
          </p:cNvPr>
          <p:cNvSpPr txBox="1">
            <a:spLocks noChangeArrowheads="1"/>
          </p:cNvSpPr>
          <p:nvPr/>
        </p:nvSpPr>
        <p:spPr bwMode="auto">
          <a:xfrm>
            <a:off x="5257800" y="4724400"/>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5</a:t>
            </a:r>
          </a:p>
        </p:txBody>
      </p:sp>
      <p:sp>
        <p:nvSpPr>
          <p:cNvPr id="157717" name="Text Box 23">
            <a:extLst>
              <a:ext uri="{FF2B5EF4-FFF2-40B4-BE49-F238E27FC236}">
                <a16:creationId xmlns:a16="http://schemas.microsoft.com/office/drawing/2014/main" id="{103989CF-D200-6E00-5091-6AAB79A22A6B}"/>
              </a:ext>
            </a:extLst>
          </p:cNvPr>
          <p:cNvSpPr txBox="1">
            <a:spLocks noChangeArrowheads="1"/>
          </p:cNvSpPr>
          <p:nvPr/>
        </p:nvSpPr>
        <p:spPr bwMode="auto">
          <a:xfrm>
            <a:off x="2209800" y="4724400"/>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7</a:t>
            </a:r>
          </a:p>
        </p:txBody>
      </p:sp>
      <p:sp>
        <p:nvSpPr>
          <p:cNvPr id="157718" name="Text Box 24">
            <a:extLst>
              <a:ext uri="{FF2B5EF4-FFF2-40B4-BE49-F238E27FC236}">
                <a16:creationId xmlns:a16="http://schemas.microsoft.com/office/drawing/2014/main" id="{E4D303D1-208C-6161-3497-AECF9C7BD59F}"/>
              </a:ext>
            </a:extLst>
          </p:cNvPr>
          <p:cNvSpPr txBox="1">
            <a:spLocks noChangeArrowheads="1"/>
          </p:cNvSpPr>
          <p:nvPr/>
        </p:nvSpPr>
        <p:spPr bwMode="auto">
          <a:xfrm>
            <a:off x="3505200" y="4724400"/>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8</a:t>
            </a:r>
          </a:p>
        </p:txBody>
      </p:sp>
      <p:sp>
        <p:nvSpPr>
          <p:cNvPr id="12314" name="Line 26">
            <a:extLst>
              <a:ext uri="{FF2B5EF4-FFF2-40B4-BE49-F238E27FC236}">
                <a16:creationId xmlns:a16="http://schemas.microsoft.com/office/drawing/2014/main" id="{212C39DB-9FD9-B519-EA6D-FD952910193B}"/>
              </a:ext>
            </a:extLst>
          </p:cNvPr>
          <p:cNvSpPr>
            <a:spLocks noChangeShapeType="1"/>
          </p:cNvSpPr>
          <p:nvPr/>
        </p:nvSpPr>
        <p:spPr bwMode="auto">
          <a:xfrm flipH="1">
            <a:off x="3048000" y="3505200"/>
            <a:ext cx="381000" cy="0"/>
          </a:xfrm>
          <a:prstGeom prst="line">
            <a:avLst/>
          </a:prstGeom>
          <a:noFill/>
          <a:ln w="9525">
            <a:solidFill>
              <a:schemeClr val="tx1"/>
            </a:solidFill>
            <a:round/>
            <a:headEnd/>
            <a:tailEn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15" name="Line 27">
            <a:extLst>
              <a:ext uri="{FF2B5EF4-FFF2-40B4-BE49-F238E27FC236}">
                <a16:creationId xmlns:a16="http://schemas.microsoft.com/office/drawing/2014/main" id="{650A748A-BFFF-A369-3512-0D28AA57A90A}"/>
              </a:ext>
            </a:extLst>
          </p:cNvPr>
          <p:cNvSpPr>
            <a:spLocks noChangeShapeType="1"/>
          </p:cNvSpPr>
          <p:nvPr/>
        </p:nvSpPr>
        <p:spPr bwMode="auto">
          <a:xfrm>
            <a:off x="3048000" y="3505200"/>
            <a:ext cx="0" cy="3810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16" name="Line 28">
            <a:extLst>
              <a:ext uri="{FF2B5EF4-FFF2-40B4-BE49-F238E27FC236}">
                <a16:creationId xmlns:a16="http://schemas.microsoft.com/office/drawing/2014/main" id="{ABDC4A18-AAEB-15E6-5737-30D75762AAF1}"/>
              </a:ext>
            </a:extLst>
          </p:cNvPr>
          <p:cNvSpPr>
            <a:spLocks noChangeShapeType="1"/>
          </p:cNvSpPr>
          <p:nvPr/>
        </p:nvSpPr>
        <p:spPr bwMode="auto">
          <a:xfrm flipH="1">
            <a:off x="2362200" y="4114800"/>
            <a:ext cx="228600" cy="0"/>
          </a:xfrm>
          <a:prstGeom prst="line">
            <a:avLst/>
          </a:prstGeom>
          <a:noFill/>
          <a:ln w="9525">
            <a:solidFill>
              <a:schemeClr val="tx1"/>
            </a:solidFill>
            <a:round/>
            <a:headEnd/>
            <a:tailEn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17" name="Line 29">
            <a:extLst>
              <a:ext uri="{FF2B5EF4-FFF2-40B4-BE49-F238E27FC236}">
                <a16:creationId xmlns:a16="http://schemas.microsoft.com/office/drawing/2014/main" id="{518A423C-1171-AD3D-4D5D-DA5464F4A5C4}"/>
              </a:ext>
            </a:extLst>
          </p:cNvPr>
          <p:cNvSpPr>
            <a:spLocks noChangeShapeType="1"/>
          </p:cNvSpPr>
          <p:nvPr/>
        </p:nvSpPr>
        <p:spPr bwMode="auto">
          <a:xfrm>
            <a:off x="2362200" y="4114800"/>
            <a:ext cx="0" cy="6096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18" name="Line 30">
            <a:extLst>
              <a:ext uri="{FF2B5EF4-FFF2-40B4-BE49-F238E27FC236}">
                <a16:creationId xmlns:a16="http://schemas.microsoft.com/office/drawing/2014/main" id="{9A7F6D7D-DD2C-FDB6-EFEA-C989C73F07CC}"/>
              </a:ext>
            </a:extLst>
          </p:cNvPr>
          <p:cNvSpPr>
            <a:spLocks noChangeShapeType="1"/>
          </p:cNvSpPr>
          <p:nvPr/>
        </p:nvSpPr>
        <p:spPr bwMode="auto">
          <a:xfrm>
            <a:off x="3505200" y="4191000"/>
            <a:ext cx="304800" cy="0"/>
          </a:xfrm>
          <a:prstGeom prst="line">
            <a:avLst/>
          </a:prstGeom>
          <a:noFill/>
          <a:ln w="9525">
            <a:solidFill>
              <a:schemeClr val="tx1"/>
            </a:solidFill>
            <a:round/>
            <a:headEnd/>
            <a:tailEn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19" name="Line 31">
            <a:extLst>
              <a:ext uri="{FF2B5EF4-FFF2-40B4-BE49-F238E27FC236}">
                <a16:creationId xmlns:a16="http://schemas.microsoft.com/office/drawing/2014/main" id="{D9D2576E-28C0-12CE-9EED-C9E59A343902}"/>
              </a:ext>
            </a:extLst>
          </p:cNvPr>
          <p:cNvSpPr>
            <a:spLocks noChangeShapeType="1"/>
          </p:cNvSpPr>
          <p:nvPr/>
        </p:nvSpPr>
        <p:spPr bwMode="auto">
          <a:xfrm>
            <a:off x="3810000" y="4191000"/>
            <a:ext cx="0" cy="5334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20" name="Line 32">
            <a:extLst>
              <a:ext uri="{FF2B5EF4-FFF2-40B4-BE49-F238E27FC236}">
                <a16:creationId xmlns:a16="http://schemas.microsoft.com/office/drawing/2014/main" id="{3E037572-D495-3E38-DB7A-4DDF7FB82797}"/>
              </a:ext>
            </a:extLst>
          </p:cNvPr>
          <p:cNvSpPr>
            <a:spLocks noChangeShapeType="1"/>
          </p:cNvSpPr>
          <p:nvPr/>
        </p:nvSpPr>
        <p:spPr bwMode="auto">
          <a:xfrm>
            <a:off x="4343400" y="3429000"/>
            <a:ext cx="914400" cy="0"/>
          </a:xfrm>
          <a:prstGeom prst="line">
            <a:avLst/>
          </a:prstGeom>
          <a:noFill/>
          <a:ln w="9525">
            <a:solidFill>
              <a:schemeClr val="tx1"/>
            </a:solidFill>
            <a:round/>
            <a:headEnd/>
            <a:tailEn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21" name="Line 33">
            <a:extLst>
              <a:ext uri="{FF2B5EF4-FFF2-40B4-BE49-F238E27FC236}">
                <a16:creationId xmlns:a16="http://schemas.microsoft.com/office/drawing/2014/main" id="{BFFE5A31-0375-A03A-DE4D-5BCC851B45B1}"/>
              </a:ext>
            </a:extLst>
          </p:cNvPr>
          <p:cNvSpPr>
            <a:spLocks noChangeShapeType="1"/>
          </p:cNvSpPr>
          <p:nvPr/>
        </p:nvSpPr>
        <p:spPr bwMode="auto">
          <a:xfrm>
            <a:off x="5257800" y="3429000"/>
            <a:ext cx="0" cy="6096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22" name="Line 34">
            <a:extLst>
              <a:ext uri="{FF2B5EF4-FFF2-40B4-BE49-F238E27FC236}">
                <a16:creationId xmlns:a16="http://schemas.microsoft.com/office/drawing/2014/main" id="{1B1CD61C-C300-E0B7-7993-9E0A9A76C50D}"/>
              </a:ext>
            </a:extLst>
          </p:cNvPr>
          <p:cNvSpPr>
            <a:spLocks noChangeShapeType="1"/>
          </p:cNvSpPr>
          <p:nvPr/>
        </p:nvSpPr>
        <p:spPr bwMode="auto">
          <a:xfrm>
            <a:off x="5257800" y="4419600"/>
            <a:ext cx="0" cy="3048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23" name="Oval 35">
            <a:extLst>
              <a:ext uri="{FF2B5EF4-FFF2-40B4-BE49-F238E27FC236}">
                <a16:creationId xmlns:a16="http://schemas.microsoft.com/office/drawing/2014/main" id="{EED8F0C5-8719-2B88-489C-F94A65666512}"/>
              </a:ext>
            </a:extLst>
          </p:cNvPr>
          <p:cNvSpPr>
            <a:spLocks noChangeArrowheads="1"/>
          </p:cNvSpPr>
          <p:nvPr/>
        </p:nvSpPr>
        <p:spPr bwMode="auto">
          <a:xfrm>
            <a:off x="1676400" y="5486400"/>
            <a:ext cx="304800" cy="304800"/>
          </a:xfrm>
          <a:prstGeom prst="ellipse">
            <a:avLst/>
          </a:prstGeom>
          <a:solidFill>
            <a:schemeClr val="accent1"/>
          </a:solidFill>
          <a:ln w="9525">
            <a:solidFill>
              <a:schemeClr val="tx1"/>
            </a:solidFill>
            <a:round/>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57729" name="Text Box 36">
            <a:extLst>
              <a:ext uri="{FF2B5EF4-FFF2-40B4-BE49-F238E27FC236}">
                <a16:creationId xmlns:a16="http://schemas.microsoft.com/office/drawing/2014/main" id="{D34FC57F-B699-A91D-791F-051C17EA3107}"/>
              </a:ext>
            </a:extLst>
          </p:cNvPr>
          <p:cNvSpPr txBox="1">
            <a:spLocks noChangeArrowheads="1"/>
          </p:cNvSpPr>
          <p:nvPr/>
        </p:nvSpPr>
        <p:spPr bwMode="auto">
          <a:xfrm>
            <a:off x="1981200" y="54102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11</a:t>
            </a:r>
          </a:p>
        </p:txBody>
      </p:sp>
      <p:sp>
        <p:nvSpPr>
          <p:cNvPr id="157730" name="Text Box 37">
            <a:extLst>
              <a:ext uri="{FF2B5EF4-FFF2-40B4-BE49-F238E27FC236}">
                <a16:creationId xmlns:a16="http://schemas.microsoft.com/office/drawing/2014/main" id="{667C14A3-18FF-AC4C-B2A6-8A0B29C1CA1B}"/>
              </a:ext>
            </a:extLst>
          </p:cNvPr>
          <p:cNvSpPr txBox="1">
            <a:spLocks noChangeArrowheads="1"/>
          </p:cNvSpPr>
          <p:nvPr/>
        </p:nvSpPr>
        <p:spPr bwMode="auto">
          <a:xfrm>
            <a:off x="2971800" y="5029200"/>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9</a:t>
            </a:r>
          </a:p>
        </p:txBody>
      </p:sp>
      <p:sp>
        <p:nvSpPr>
          <p:cNvPr id="157731" name="Text Box 38">
            <a:extLst>
              <a:ext uri="{FF2B5EF4-FFF2-40B4-BE49-F238E27FC236}">
                <a16:creationId xmlns:a16="http://schemas.microsoft.com/office/drawing/2014/main" id="{C2B6B446-4A1E-BEE6-0371-916A12992AAA}"/>
              </a:ext>
            </a:extLst>
          </p:cNvPr>
          <p:cNvSpPr txBox="1">
            <a:spLocks noChangeArrowheads="1"/>
          </p:cNvSpPr>
          <p:nvPr/>
        </p:nvSpPr>
        <p:spPr bwMode="auto">
          <a:xfrm>
            <a:off x="4114800" y="53340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10</a:t>
            </a:r>
          </a:p>
        </p:txBody>
      </p:sp>
      <p:sp>
        <p:nvSpPr>
          <p:cNvPr id="12327" name="Line 39">
            <a:extLst>
              <a:ext uri="{FF2B5EF4-FFF2-40B4-BE49-F238E27FC236}">
                <a16:creationId xmlns:a16="http://schemas.microsoft.com/office/drawing/2014/main" id="{3DB3F8E9-0BBA-DC33-2202-FE1FE58653AF}"/>
              </a:ext>
            </a:extLst>
          </p:cNvPr>
          <p:cNvSpPr>
            <a:spLocks noChangeShapeType="1"/>
          </p:cNvSpPr>
          <p:nvPr/>
        </p:nvSpPr>
        <p:spPr bwMode="auto">
          <a:xfrm flipH="1">
            <a:off x="1828800" y="2057400"/>
            <a:ext cx="1600200" cy="0"/>
          </a:xfrm>
          <a:prstGeom prst="line">
            <a:avLst/>
          </a:prstGeom>
          <a:noFill/>
          <a:ln w="9525">
            <a:solidFill>
              <a:schemeClr val="tx1"/>
            </a:solidFill>
            <a:round/>
            <a:headEnd/>
            <a:tailEn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28" name="Line 40">
            <a:extLst>
              <a:ext uri="{FF2B5EF4-FFF2-40B4-BE49-F238E27FC236}">
                <a16:creationId xmlns:a16="http://schemas.microsoft.com/office/drawing/2014/main" id="{5DF3EBB5-7959-A974-6BB8-F94D819140C1}"/>
              </a:ext>
            </a:extLst>
          </p:cNvPr>
          <p:cNvSpPr>
            <a:spLocks noChangeShapeType="1"/>
          </p:cNvSpPr>
          <p:nvPr/>
        </p:nvSpPr>
        <p:spPr bwMode="auto">
          <a:xfrm>
            <a:off x="1828800" y="2057400"/>
            <a:ext cx="0" cy="34290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29" name="Line 41">
            <a:extLst>
              <a:ext uri="{FF2B5EF4-FFF2-40B4-BE49-F238E27FC236}">
                <a16:creationId xmlns:a16="http://schemas.microsoft.com/office/drawing/2014/main" id="{E781097F-E566-3D3B-C21A-A19BF09915A4}"/>
              </a:ext>
            </a:extLst>
          </p:cNvPr>
          <p:cNvSpPr>
            <a:spLocks noChangeShapeType="1"/>
          </p:cNvSpPr>
          <p:nvPr/>
        </p:nvSpPr>
        <p:spPr bwMode="auto">
          <a:xfrm>
            <a:off x="2362200" y="5105400"/>
            <a:ext cx="0" cy="304800"/>
          </a:xfrm>
          <a:prstGeom prst="line">
            <a:avLst/>
          </a:prstGeom>
          <a:noFill/>
          <a:ln w="9525">
            <a:solidFill>
              <a:schemeClr val="tx1"/>
            </a:solidFill>
            <a:round/>
            <a:headEnd/>
            <a:tailEn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30" name="Line 42">
            <a:extLst>
              <a:ext uri="{FF2B5EF4-FFF2-40B4-BE49-F238E27FC236}">
                <a16:creationId xmlns:a16="http://schemas.microsoft.com/office/drawing/2014/main" id="{D0767CB5-0658-9476-2C93-0AB1AB495105}"/>
              </a:ext>
            </a:extLst>
          </p:cNvPr>
          <p:cNvSpPr>
            <a:spLocks noChangeShapeType="1"/>
          </p:cNvSpPr>
          <p:nvPr/>
        </p:nvSpPr>
        <p:spPr bwMode="auto">
          <a:xfrm>
            <a:off x="2362200" y="5410200"/>
            <a:ext cx="762000" cy="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31" name="Line 43">
            <a:extLst>
              <a:ext uri="{FF2B5EF4-FFF2-40B4-BE49-F238E27FC236}">
                <a16:creationId xmlns:a16="http://schemas.microsoft.com/office/drawing/2014/main" id="{36A51672-7126-BCBF-F8B9-621D90412647}"/>
              </a:ext>
            </a:extLst>
          </p:cNvPr>
          <p:cNvSpPr>
            <a:spLocks noChangeShapeType="1"/>
          </p:cNvSpPr>
          <p:nvPr/>
        </p:nvSpPr>
        <p:spPr bwMode="auto">
          <a:xfrm>
            <a:off x="3810000" y="5105400"/>
            <a:ext cx="0" cy="304800"/>
          </a:xfrm>
          <a:prstGeom prst="line">
            <a:avLst/>
          </a:prstGeom>
          <a:noFill/>
          <a:ln w="9525">
            <a:solidFill>
              <a:schemeClr val="tx1"/>
            </a:solidFill>
            <a:round/>
            <a:headEnd/>
            <a:tailEn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32" name="Line 44">
            <a:extLst>
              <a:ext uri="{FF2B5EF4-FFF2-40B4-BE49-F238E27FC236}">
                <a16:creationId xmlns:a16="http://schemas.microsoft.com/office/drawing/2014/main" id="{394E16A2-3747-EEBF-3087-7C200C74FA2C}"/>
              </a:ext>
            </a:extLst>
          </p:cNvPr>
          <p:cNvSpPr>
            <a:spLocks noChangeShapeType="1"/>
          </p:cNvSpPr>
          <p:nvPr/>
        </p:nvSpPr>
        <p:spPr bwMode="auto">
          <a:xfrm flipH="1">
            <a:off x="3124200" y="5410200"/>
            <a:ext cx="685800" cy="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33" name="Line 45">
            <a:extLst>
              <a:ext uri="{FF2B5EF4-FFF2-40B4-BE49-F238E27FC236}">
                <a16:creationId xmlns:a16="http://schemas.microsoft.com/office/drawing/2014/main" id="{16F6B047-8A5B-3E4A-86F4-DF77AD0919CE}"/>
              </a:ext>
            </a:extLst>
          </p:cNvPr>
          <p:cNvSpPr>
            <a:spLocks noChangeShapeType="1"/>
          </p:cNvSpPr>
          <p:nvPr/>
        </p:nvSpPr>
        <p:spPr bwMode="auto">
          <a:xfrm>
            <a:off x="3124200" y="5410200"/>
            <a:ext cx="0" cy="381000"/>
          </a:xfrm>
          <a:prstGeom prst="line">
            <a:avLst/>
          </a:prstGeom>
          <a:noFill/>
          <a:ln w="9525">
            <a:solidFill>
              <a:schemeClr val="tx1"/>
            </a:solidFill>
            <a:round/>
            <a:headEnd/>
            <a:tailEn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34" name="Line 46">
            <a:extLst>
              <a:ext uri="{FF2B5EF4-FFF2-40B4-BE49-F238E27FC236}">
                <a16:creationId xmlns:a16="http://schemas.microsoft.com/office/drawing/2014/main" id="{98089168-C31C-8F1D-2A06-64C806DC2820}"/>
              </a:ext>
            </a:extLst>
          </p:cNvPr>
          <p:cNvSpPr>
            <a:spLocks noChangeShapeType="1"/>
          </p:cNvSpPr>
          <p:nvPr/>
        </p:nvSpPr>
        <p:spPr bwMode="auto">
          <a:xfrm>
            <a:off x="3124200" y="5791200"/>
            <a:ext cx="1295400" cy="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35" name="Line 47">
            <a:extLst>
              <a:ext uri="{FF2B5EF4-FFF2-40B4-BE49-F238E27FC236}">
                <a16:creationId xmlns:a16="http://schemas.microsoft.com/office/drawing/2014/main" id="{7F389D97-E3C3-213C-C0A9-AD877C0E8A62}"/>
              </a:ext>
            </a:extLst>
          </p:cNvPr>
          <p:cNvSpPr>
            <a:spLocks noChangeShapeType="1"/>
          </p:cNvSpPr>
          <p:nvPr/>
        </p:nvSpPr>
        <p:spPr bwMode="auto">
          <a:xfrm>
            <a:off x="5257800" y="5105400"/>
            <a:ext cx="0" cy="685800"/>
          </a:xfrm>
          <a:prstGeom prst="line">
            <a:avLst/>
          </a:prstGeom>
          <a:noFill/>
          <a:ln w="9525">
            <a:solidFill>
              <a:schemeClr val="tx1"/>
            </a:solidFill>
            <a:round/>
            <a:headEnd/>
            <a:tailEn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36" name="Line 48">
            <a:extLst>
              <a:ext uri="{FF2B5EF4-FFF2-40B4-BE49-F238E27FC236}">
                <a16:creationId xmlns:a16="http://schemas.microsoft.com/office/drawing/2014/main" id="{013C8BCD-030F-2D68-8C27-4C91B68D3A38}"/>
              </a:ext>
            </a:extLst>
          </p:cNvPr>
          <p:cNvSpPr>
            <a:spLocks noChangeShapeType="1"/>
          </p:cNvSpPr>
          <p:nvPr/>
        </p:nvSpPr>
        <p:spPr bwMode="auto">
          <a:xfrm flipH="1">
            <a:off x="4419600" y="5791200"/>
            <a:ext cx="838200" cy="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37" name="Line 49">
            <a:extLst>
              <a:ext uri="{FF2B5EF4-FFF2-40B4-BE49-F238E27FC236}">
                <a16:creationId xmlns:a16="http://schemas.microsoft.com/office/drawing/2014/main" id="{DD5E0C8C-EE68-0025-DB49-CEED0C44DD59}"/>
              </a:ext>
            </a:extLst>
          </p:cNvPr>
          <p:cNvSpPr>
            <a:spLocks noChangeShapeType="1"/>
          </p:cNvSpPr>
          <p:nvPr/>
        </p:nvSpPr>
        <p:spPr bwMode="auto">
          <a:xfrm>
            <a:off x="4419600" y="5791200"/>
            <a:ext cx="0" cy="304800"/>
          </a:xfrm>
          <a:prstGeom prst="line">
            <a:avLst/>
          </a:prstGeom>
          <a:noFill/>
          <a:ln w="9525">
            <a:solidFill>
              <a:schemeClr val="tx1"/>
            </a:solidFill>
            <a:round/>
            <a:headEnd/>
            <a:tailEn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38" name="Line 50">
            <a:extLst>
              <a:ext uri="{FF2B5EF4-FFF2-40B4-BE49-F238E27FC236}">
                <a16:creationId xmlns:a16="http://schemas.microsoft.com/office/drawing/2014/main" id="{B10E51BF-069B-D35D-E933-A774A3354F3D}"/>
              </a:ext>
            </a:extLst>
          </p:cNvPr>
          <p:cNvSpPr>
            <a:spLocks noChangeShapeType="1"/>
          </p:cNvSpPr>
          <p:nvPr/>
        </p:nvSpPr>
        <p:spPr bwMode="auto">
          <a:xfrm>
            <a:off x="4419600" y="6096000"/>
            <a:ext cx="1905000" cy="0"/>
          </a:xfrm>
          <a:prstGeom prst="line">
            <a:avLst/>
          </a:prstGeom>
          <a:noFill/>
          <a:ln w="9525">
            <a:solidFill>
              <a:schemeClr val="tx1"/>
            </a:solidFill>
            <a:round/>
            <a:headEnd/>
            <a:tailEn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39" name="Line 51">
            <a:extLst>
              <a:ext uri="{FF2B5EF4-FFF2-40B4-BE49-F238E27FC236}">
                <a16:creationId xmlns:a16="http://schemas.microsoft.com/office/drawing/2014/main" id="{F32A4C1A-8BAC-2CB3-6F36-522593046A04}"/>
              </a:ext>
            </a:extLst>
          </p:cNvPr>
          <p:cNvSpPr>
            <a:spLocks noChangeShapeType="1"/>
          </p:cNvSpPr>
          <p:nvPr/>
        </p:nvSpPr>
        <p:spPr bwMode="auto">
          <a:xfrm flipV="1">
            <a:off x="6324600" y="1600200"/>
            <a:ext cx="0" cy="4495800"/>
          </a:xfrm>
          <a:prstGeom prst="line">
            <a:avLst/>
          </a:prstGeom>
          <a:noFill/>
          <a:ln w="9525">
            <a:solidFill>
              <a:schemeClr val="tx1"/>
            </a:solidFill>
            <a:round/>
            <a:headEnd/>
            <a:tailEn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40" name="Line 52">
            <a:extLst>
              <a:ext uri="{FF2B5EF4-FFF2-40B4-BE49-F238E27FC236}">
                <a16:creationId xmlns:a16="http://schemas.microsoft.com/office/drawing/2014/main" id="{1A33C525-F00B-78C6-1E83-06E1120BBAB8}"/>
              </a:ext>
            </a:extLst>
          </p:cNvPr>
          <p:cNvSpPr>
            <a:spLocks noChangeShapeType="1"/>
          </p:cNvSpPr>
          <p:nvPr/>
        </p:nvSpPr>
        <p:spPr bwMode="auto">
          <a:xfrm flipH="1">
            <a:off x="3886200" y="1600200"/>
            <a:ext cx="2438400" cy="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41" name="Oval 53">
            <a:extLst>
              <a:ext uri="{FF2B5EF4-FFF2-40B4-BE49-F238E27FC236}">
                <a16:creationId xmlns:a16="http://schemas.microsoft.com/office/drawing/2014/main" id="{9F8D97B4-9834-D176-800C-DD270D41AFD9}"/>
              </a:ext>
            </a:extLst>
          </p:cNvPr>
          <p:cNvSpPr>
            <a:spLocks noChangeArrowheads="1"/>
          </p:cNvSpPr>
          <p:nvPr/>
        </p:nvSpPr>
        <p:spPr bwMode="auto">
          <a:xfrm>
            <a:off x="8382000" y="1143000"/>
            <a:ext cx="457200" cy="457200"/>
          </a:xfrm>
          <a:prstGeom prst="ellipse">
            <a:avLst/>
          </a:prstGeom>
          <a:solidFill>
            <a:schemeClr val="accent1"/>
          </a:solidFill>
          <a:ln w="9525">
            <a:solidFill>
              <a:schemeClr val="tx1"/>
            </a:solidFill>
            <a:round/>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42" name="Oval 54">
            <a:extLst>
              <a:ext uri="{FF2B5EF4-FFF2-40B4-BE49-F238E27FC236}">
                <a16:creationId xmlns:a16="http://schemas.microsoft.com/office/drawing/2014/main" id="{CEB748F4-051F-1934-DDA8-B1041FC90B62}"/>
              </a:ext>
            </a:extLst>
          </p:cNvPr>
          <p:cNvSpPr>
            <a:spLocks noChangeArrowheads="1"/>
          </p:cNvSpPr>
          <p:nvPr/>
        </p:nvSpPr>
        <p:spPr bwMode="auto">
          <a:xfrm>
            <a:off x="8382000" y="1981200"/>
            <a:ext cx="457200" cy="457200"/>
          </a:xfrm>
          <a:prstGeom prst="ellipse">
            <a:avLst/>
          </a:prstGeom>
          <a:solidFill>
            <a:schemeClr val="accent1"/>
          </a:solidFill>
          <a:ln w="9525">
            <a:solidFill>
              <a:schemeClr val="tx1"/>
            </a:solidFill>
            <a:round/>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43" name="Oval 55">
            <a:extLst>
              <a:ext uri="{FF2B5EF4-FFF2-40B4-BE49-F238E27FC236}">
                <a16:creationId xmlns:a16="http://schemas.microsoft.com/office/drawing/2014/main" id="{42AC2A09-7632-A723-7937-D2FBA5AF0A1C}"/>
              </a:ext>
            </a:extLst>
          </p:cNvPr>
          <p:cNvSpPr>
            <a:spLocks noChangeArrowheads="1"/>
          </p:cNvSpPr>
          <p:nvPr/>
        </p:nvSpPr>
        <p:spPr bwMode="auto">
          <a:xfrm>
            <a:off x="7620000" y="2590800"/>
            <a:ext cx="457200" cy="457200"/>
          </a:xfrm>
          <a:prstGeom prst="ellipse">
            <a:avLst/>
          </a:prstGeom>
          <a:solidFill>
            <a:schemeClr val="accent1"/>
          </a:solidFill>
          <a:ln w="9525">
            <a:solidFill>
              <a:schemeClr val="tx1"/>
            </a:solidFill>
            <a:round/>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44" name="Oval 56">
            <a:extLst>
              <a:ext uri="{FF2B5EF4-FFF2-40B4-BE49-F238E27FC236}">
                <a16:creationId xmlns:a16="http://schemas.microsoft.com/office/drawing/2014/main" id="{44E4D193-C512-F810-878E-FAA02E28753F}"/>
              </a:ext>
            </a:extLst>
          </p:cNvPr>
          <p:cNvSpPr>
            <a:spLocks noChangeArrowheads="1"/>
          </p:cNvSpPr>
          <p:nvPr/>
        </p:nvSpPr>
        <p:spPr bwMode="auto">
          <a:xfrm>
            <a:off x="7010400" y="3276600"/>
            <a:ext cx="457200" cy="457200"/>
          </a:xfrm>
          <a:prstGeom prst="ellipse">
            <a:avLst/>
          </a:prstGeom>
          <a:solidFill>
            <a:schemeClr val="accent1"/>
          </a:solidFill>
          <a:ln w="9525">
            <a:solidFill>
              <a:schemeClr val="tx1"/>
            </a:solidFill>
            <a:round/>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45" name="Oval 57">
            <a:extLst>
              <a:ext uri="{FF2B5EF4-FFF2-40B4-BE49-F238E27FC236}">
                <a16:creationId xmlns:a16="http://schemas.microsoft.com/office/drawing/2014/main" id="{61A8651C-18D4-8E83-74B0-B1EB2251068F}"/>
              </a:ext>
            </a:extLst>
          </p:cNvPr>
          <p:cNvSpPr>
            <a:spLocks noChangeArrowheads="1"/>
          </p:cNvSpPr>
          <p:nvPr/>
        </p:nvSpPr>
        <p:spPr bwMode="auto">
          <a:xfrm>
            <a:off x="8077200" y="3352800"/>
            <a:ext cx="457200" cy="457200"/>
          </a:xfrm>
          <a:prstGeom prst="ellipse">
            <a:avLst/>
          </a:prstGeom>
          <a:solidFill>
            <a:schemeClr val="accent1"/>
          </a:solidFill>
          <a:ln w="9525">
            <a:solidFill>
              <a:schemeClr val="tx1"/>
            </a:solidFill>
            <a:round/>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46" name="Oval 58">
            <a:extLst>
              <a:ext uri="{FF2B5EF4-FFF2-40B4-BE49-F238E27FC236}">
                <a16:creationId xmlns:a16="http://schemas.microsoft.com/office/drawing/2014/main" id="{FEB03CE9-F802-23FD-D03F-1AAB9EB6A1CC}"/>
              </a:ext>
            </a:extLst>
          </p:cNvPr>
          <p:cNvSpPr>
            <a:spLocks noChangeArrowheads="1"/>
          </p:cNvSpPr>
          <p:nvPr/>
        </p:nvSpPr>
        <p:spPr bwMode="auto">
          <a:xfrm>
            <a:off x="7620000" y="4038600"/>
            <a:ext cx="457200" cy="457200"/>
          </a:xfrm>
          <a:prstGeom prst="ellipse">
            <a:avLst/>
          </a:prstGeom>
          <a:solidFill>
            <a:schemeClr val="accent1"/>
          </a:solidFill>
          <a:ln w="9525">
            <a:solidFill>
              <a:schemeClr val="tx1"/>
            </a:solidFill>
            <a:round/>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47" name="Oval 59">
            <a:extLst>
              <a:ext uri="{FF2B5EF4-FFF2-40B4-BE49-F238E27FC236}">
                <a16:creationId xmlns:a16="http://schemas.microsoft.com/office/drawing/2014/main" id="{83784E7C-E787-4B53-AAAB-01FFCE2E01CD}"/>
              </a:ext>
            </a:extLst>
          </p:cNvPr>
          <p:cNvSpPr>
            <a:spLocks noChangeArrowheads="1"/>
          </p:cNvSpPr>
          <p:nvPr/>
        </p:nvSpPr>
        <p:spPr bwMode="auto">
          <a:xfrm>
            <a:off x="9144000" y="2667000"/>
            <a:ext cx="457200" cy="457200"/>
          </a:xfrm>
          <a:prstGeom prst="ellipse">
            <a:avLst/>
          </a:prstGeom>
          <a:solidFill>
            <a:schemeClr val="accent1"/>
          </a:solidFill>
          <a:ln w="9525">
            <a:solidFill>
              <a:schemeClr val="tx1"/>
            </a:solidFill>
            <a:round/>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48" name="Oval 60">
            <a:extLst>
              <a:ext uri="{FF2B5EF4-FFF2-40B4-BE49-F238E27FC236}">
                <a16:creationId xmlns:a16="http://schemas.microsoft.com/office/drawing/2014/main" id="{3A7A94C7-4F9B-EE79-96D0-996AC11E96F6}"/>
              </a:ext>
            </a:extLst>
          </p:cNvPr>
          <p:cNvSpPr>
            <a:spLocks noChangeArrowheads="1"/>
          </p:cNvSpPr>
          <p:nvPr/>
        </p:nvSpPr>
        <p:spPr bwMode="auto">
          <a:xfrm>
            <a:off x="8458200" y="4724400"/>
            <a:ext cx="457200" cy="457200"/>
          </a:xfrm>
          <a:prstGeom prst="ellipse">
            <a:avLst/>
          </a:prstGeom>
          <a:solidFill>
            <a:schemeClr val="accent1"/>
          </a:solidFill>
          <a:ln w="9525">
            <a:solidFill>
              <a:schemeClr val="tx1"/>
            </a:solidFill>
            <a:round/>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49" name="Oval 61">
            <a:extLst>
              <a:ext uri="{FF2B5EF4-FFF2-40B4-BE49-F238E27FC236}">
                <a16:creationId xmlns:a16="http://schemas.microsoft.com/office/drawing/2014/main" id="{25EF5A0C-D3E0-277F-D202-0D2AC1494213}"/>
              </a:ext>
            </a:extLst>
          </p:cNvPr>
          <p:cNvSpPr>
            <a:spLocks noChangeArrowheads="1"/>
          </p:cNvSpPr>
          <p:nvPr/>
        </p:nvSpPr>
        <p:spPr bwMode="auto">
          <a:xfrm>
            <a:off x="8534400" y="5715000"/>
            <a:ext cx="457200" cy="457200"/>
          </a:xfrm>
          <a:prstGeom prst="ellipse">
            <a:avLst/>
          </a:prstGeom>
          <a:solidFill>
            <a:schemeClr val="accent1"/>
          </a:solidFill>
          <a:ln w="9525">
            <a:solidFill>
              <a:schemeClr val="tx1"/>
            </a:solidFill>
            <a:round/>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50" name="Line 62">
            <a:extLst>
              <a:ext uri="{FF2B5EF4-FFF2-40B4-BE49-F238E27FC236}">
                <a16:creationId xmlns:a16="http://schemas.microsoft.com/office/drawing/2014/main" id="{169405EA-F107-2ADB-0BD6-5A2ADE8EE173}"/>
              </a:ext>
            </a:extLst>
          </p:cNvPr>
          <p:cNvSpPr>
            <a:spLocks noChangeShapeType="1"/>
          </p:cNvSpPr>
          <p:nvPr/>
        </p:nvSpPr>
        <p:spPr bwMode="auto">
          <a:xfrm>
            <a:off x="8610600" y="1600200"/>
            <a:ext cx="0" cy="3810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51" name="Line 63">
            <a:extLst>
              <a:ext uri="{FF2B5EF4-FFF2-40B4-BE49-F238E27FC236}">
                <a16:creationId xmlns:a16="http://schemas.microsoft.com/office/drawing/2014/main" id="{08A78511-A33E-DDBC-4D7A-136EC258771B}"/>
              </a:ext>
            </a:extLst>
          </p:cNvPr>
          <p:cNvSpPr>
            <a:spLocks noChangeShapeType="1"/>
          </p:cNvSpPr>
          <p:nvPr/>
        </p:nvSpPr>
        <p:spPr bwMode="auto">
          <a:xfrm flipH="1">
            <a:off x="8001000" y="2362200"/>
            <a:ext cx="457200" cy="2286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52" name="Line 64">
            <a:extLst>
              <a:ext uri="{FF2B5EF4-FFF2-40B4-BE49-F238E27FC236}">
                <a16:creationId xmlns:a16="http://schemas.microsoft.com/office/drawing/2014/main" id="{6E8F7FB7-7D30-CC24-1EF5-6AA367AFBBC6}"/>
              </a:ext>
            </a:extLst>
          </p:cNvPr>
          <p:cNvSpPr>
            <a:spLocks noChangeShapeType="1"/>
          </p:cNvSpPr>
          <p:nvPr/>
        </p:nvSpPr>
        <p:spPr bwMode="auto">
          <a:xfrm flipH="1">
            <a:off x="7391400" y="2971800"/>
            <a:ext cx="304800" cy="3048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53" name="Line 65">
            <a:extLst>
              <a:ext uri="{FF2B5EF4-FFF2-40B4-BE49-F238E27FC236}">
                <a16:creationId xmlns:a16="http://schemas.microsoft.com/office/drawing/2014/main" id="{61EA31AF-8782-5F7A-36A2-8A5CC4C96FAC}"/>
              </a:ext>
            </a:extLst>
          </p:cNvPr>
          <p:cNvSpPr>
            <a:spLocks noChangeShapeType="1"/>
          </p:cNvSpPr>
          <p:nvPr/>
        </p:nvSpPr>
        <p:spPr bwMode="auto">
          <a:xfrm>
            <a:off x="8001000" y="2971800"/>
            <a:ext cx="304800" cy="3810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54" name="Line 66">
            <a:extLst>
              <a:ext uri="{FF2B5EF4-FFF2-40B4-BE49-F238E27FC236}">
                <a16:creationId xmlns:a16="http://schemas.microsoft.com/office/drawing/2014/main" id="{3DB64ADE-C3DD-DC4E-9AAB-A58B60A43FD5}"/>
              </a:ext>
            </a:extLst>
          </p:cNvPr>
          <p:cNvSpPr>
            <a:spLocks noChangeShapeType="1"/>
          </p:cNvSpPr>
          <p:nvPr/>
        </p:nvSpPr>
        <p:spPr bwMode="auto">
          <a:xfrm>
            <a:off x="7315200" y="3733800"/>
            <a:ext cx="381000" cy="3810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55" name="Line 67">
            <a:extLst>
              <a:ext uri="{FF2B5EF4-FFF2-40B4-BE49-F238E27FC236}">
                <a16:creationId xmlns:a16="http://schemas.microsoft.com/office/drawing/2014/main" id="{116FF55B-0AF7-17C7-5E64-5128F813555C}"/>
              </a:ext>
            </a:extLst>
          </p:cNvPr>
          <p:cNvSpPr>
            <a:spLocks noChangeShapeType="1"/>
          </p:cNvSpPr>
          <p:nvPr/>
        </p:nvSpPr>
        <p:spPr bwMode="auto">
          <a:xfrm flipH="1">
            <a:off x="8001000" y="3810000"/>
            <a:ext cx="304800" cy="3048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56" name="Line 68">
            <a:extLst>
              <a:ext uri="{FF2B5EF4-FFF2-40B4-BE49-F238E27FC236}">
                <a16:creationId xmlns:a16="http://schemas.microsoft.com/office/drawing/2014/main" id="{C0B6BE69-EBFB-495A-3BE7-3D50CF193DF3}"/>
              </a:ext>
            </a:extLst>
          </p:cNvPr>
          <p:cNvSpPr>
            <a:spLocks noChangeShapeType="1"/>
          </p:cNvSpPr>
          <p:nvPr/>
        </p:nvSpPr>
        <p:spPr bwMode="auto">
          <a:xfrm>
            <a:off x="8839200" y="2286000"/>
            <a:ext cx="381000" cy="3810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57" name="Line 69">
            <a:extLst>
              <a:ext uri="{FF2B5EF4-FFF2-40B4-BE49-F238E27FC236}">
                <a16:creationId xmlns:a16="http://schemas.microsoft.com/office/drawing/2014/main" id="{3C4020CD-79B1-D36A-5292-6FACE80CDDDC}"/>
              </a:ext>
            </a:extLst>
          </p:cNvPr>
          <p:cNvSpPr>
            <a:spLocks noChangeShapeType="1"/>
          </p:cNvSpPr>
          <p:nvPr/>
        </p:nvSpPr>
        <p:spPr bwMode="auto">
          <a:xfrm flipH="1">
            <a:off x="8763000" y="3124200"/>
            <a:ext cx="685800" cy="16002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58" name="Line 70">
            <a:extLst>
              <a:ext uri="{FF2B5EF4-FFF2-40B4-BE49-F238E27FC236}">
                <a16:creationId xmlns:a16="http://schemas.microsoft.com/office/drawing/2014/main" id="{3F1006D9-07A7-B446-D307-0026DB8732D2}"/>
              </a:ext>
            </a:extLst>
          </p:cNvPr>
          <p:cNvSpPr>
            <a:spLocks noChangeShapeType="1"/>
          </p:cNvSpPr>
          <p:nvPr/>
        </p:nvSpPr>
        <p:spPr bwMode="auto">
          <a:xfrm>
            <a:off x="8001000" y="4419600"/>
            <a:ext cx="457200" cy="3810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59" name="Freeform 71">
            <a:extLst>
              <a:ext uri="{FF2B5EF4-FFF2-40B4-BE49-F238E27FC236}">
                <a16:creationId xmlns:a16="http://schemas.microsoft.com/office/drawing/2014/main" id="{D7F58C9D-85DB-2E44-382D-7DD898A6BED4}"/>
              </a:ext>
            </a:extLst>
          </p:cNvPr>
          <p:cNvSpPr>
            <a:spLocks/>
          </p:cNvSpPr>
          <p:nvPr/>
        </p:nvSpPr>
        <p:spPr bwMode="auto">
          <a:xfrm>
            <a:off x="6604000" y="1447800"/>
            <a:ext cx="1930400" cy="4419600"/>
          </a:xfrm>
          <a:custGeom>
            <a:avLst/>
            <a:gdLst/>
            <a:ahLst/>
            <a:cxnLst>
              <a:cxn ang="0">
                <a:pos x="1120" y="0"/>
              </a:cxn>
              <a:cxn ang="0">
                <a:pos x="16" y="1392"/>
              </a:cxn>
              <a:cxn ang="0">
                <a:pos x="1216" y="2784"/>
              </a:cxn>
            </a:cxnLst>
            <a:rect l="0" t="0" r="r" b="b"/>
            <a:pathLst>
              <a:path w="1216" h="2784">
                <a:moveTo>
                  <a:pt x="1120" y="0"/>
                </a:moveTo>
                <a:cubicBezTo>
                  <a:pt x="560" y="464"/>
                  <a:pt x="0" y="928"/>
                  <a:pt x="16" y="1392"/>
                </a:cubicBezTo>
                <a:cubicBezTo>
                  <a:pt x="32" y="1856"/>
                  <a:pt x="624" y="2320"/>
                  <a:pt x="1216" y="2784"/>
                </a:cubicBezTo>
              </a:path>
            </a:pathLst>
          </a:custGeom>
          <a:noFill/>
          <a:ln w="9525">
            <a:solidFill>
              <a:schemeClr val="tx1"/>
            </a:solidFill>
            <a:round/>
            <a:headEnd type="none" w="med" len="me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360" name="Freeform 72">
            <a:extLst>
              <a:ext uri="{FF2B5EF4-FFF2-40B4-BE49-F238E27FC236}">
                <a16:creationId xmlns:a16="http://schemas.microsoft.com/office/drawing/2014/main" id="{440AFF10-5676-6985-B50D-2484B7EFB9B0}"/>
              </a:ext>
            </a:extLst>
          </p:cNvPr>
          <p:cNvSpPr>
            <a:spLocks/>
          </p:cNvSpPr>
          <p:nvPr/>
        </p:nvSpPr>
        <p:spPr bwMode="auto">
          <a:xfrm>
            <a:off x="8839200" y="1447800"/>
            <a:ext cx="1384300" cy="3581400"/>
          </a:xfrm>
          <a:custGeom>
            <a:avLst/>
            <a:gdLst/>
            <a:ahLst/>
            <a:cxnLst>
              <a:cxn ang="0">
                <a:pos x="48" y="2256"/>
              </a:cxn>
              <a:cxn ang="0">
                <a:pos x="864" y="912"/>
              </a:cxn>
              <a:cxn ang="0">
                <a:pos x="0" y="0"/>
              </a:cxn>
            </a:cxnLst>
            <a:rect l="0" t="0" r="r" b="b"/>
            <a:pathLst>
              <a:path w="872" h="2256">
                <a:moveTo>
                  <a:pt x="48" y="2256"/>
                </a:moveTo>
                <a:cubicBezTo>
                  <a:pt x="460" y="1772"/>
                  <a:pt x="872" y="1288"/>
                  <a:pt x="864" y="912"/>
                </a:cubicBezTo>
                <a:cubicBezTo>
                  <a:pt x="856" y="536"/>
                  <a:pt x="428" y="268"/>
                  <a:pt x="0" y="0"/>
                </a:cubicBezTo>
              </a:path>
            </a:pathLst>
          </a:custGeom>
          <a:noFill/>
          <a:ln w="9525">
            <a:solidFill>
              <a:schemeClr val="tx1"/>
            </a:solidFill>
            <a:round/>
            <a:headEnd type="none" w="med" len="me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57766" name="Text Box 73">
            <a:extLst>
              <a:ext uri="{FF2B5EF4-FFF2-40B4-BE49-F238E27FC236}">
                <a16:creationId xmlns:a16="http://schemas.microsoft.com/office/drawing/2014/main" id="{59032C32-800D-1C22-333F-4E5F298713A8}"/>
              </a:ext>
            </a:extLst>
          </p:cNvPr>
          <p:cNvSpPr txBox="1">
            <a:spLocks noChangeArrowheads="1"/>
          </p:cNvSpPr>
          <p:nvPr/>
        </p:nvSpPr>
        <p:spPr bwMode="auto">
          <a:xfrm>
            <a:off x="8458200" y="1219200"/>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1</a:t>
            </a:r>
          </a:p>
        </p:txBody>
      </p:sp>
      <p:sp>
        <p:nvSpPr>
          <p:cNvPr id="157767" name="Text Box 74">
            <a:extLst>
              <a:ext uri="{FF2B5EF4-FFF2-40B4-BE49-F238E27FC236}">
                <a16:creationId xmlns:a16="http://schemas.microsoft.com/office/drawing/2014/main" id="{7CA64C86-89C0-16D2-18A6-D9C8F9A02906}"/>
              </a:ext>
            </a:extLst>
          </p:cNvPr>
          <p:cNvSpPr txBox="1">
            <a:spLocks noChangeArrowheads="1"/>
          </p:cNvSpPr>
          <p:nvPr/>
        </p:nvSpPr>
        <p:spPr bwMode="auto">
          <a:xfrm>
            <a:off x="8382000" y="19812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2,3</a:t>
            </a:r>
          </a:p>
        </p:txBody>
      </p:sp>
      <p:sp>
        <p:nvSpPr>
          <p:cNvPr id="157768" name="Text Box 75">
            <a:extLst>
              <a:ext uri="{FF2B5EF4-FFF2-40B4-BE49-F238E27FC236}">
                <a16:creationId xmlns:a16="http://schemas.microsoft.com/office/drawing/2014/main" id="{12DF0E4D-2CCC-F80C-5F75-E341C02608C5}"/>
              </a:ext>
            </a:extLst>
          </p:cNvPr>
          <p:cNvSpPr txBox="1">
            <a:spLocks noChangeArrowheads="1"/>
          </p:cNvSpPr>
          <p:nvPr/>
        </p:nvSpPr>
        <p:spPr bwMode="auto">
          <a:xfrm>
            <a:off x="9067800" y="26670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4,5</a:t>
            </a:r>
          </a:p>
        </p:txBody>
      </p:sp>
      <p:sp>
        <p:nvSpPr>
          <p:cNvPr id="157769" name="Text Box 77">
            <a:extLst>
              <a:ext uri="{FF2B5EF4-FFF2-40B4-BE49-F238E27FC236}">
                <a16:creationId xmlns:a16="http://schemas.microsoft.com/office/drawing/2014/main" id="{26B69B76-DDCC-7F2B-0E1E-30F6F984B673}"/>
              </a:ext>
            </a:extLst>
          </p:cNvPr>
          <p:cNvSpPr txBox="1">
            <a:spLocks noChangeArrowheads="1"/>
          </p:cNvSpPr>
          <p:nvPr/>
        </p:nvSpPr>
        <p:spPr bwMode="auto">
          <a:xfrm>
            <a:off x="7620000" y="25908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6</a:t>
            </a:r>
          </a:p>
        </p:txBody>
      </p:sp>
      <p:sp>
        <p:nvSpPr>
          <p:cNvPr id="157770" name="Text Box 78">
            <a:extLst>
              <a:ext uri="{FF2B5EF4-FFF2-40B4-BE49-F238E27FC236}">
                <a16:creationId xmlns:a16="http://schemas.microsoft.com/office/drawing/2014/main" id="{30731680-9F16-39D4-07FD-9478F798CAA9}"/>
              </a:ext>
            </a:extLst>
          </p:cNvPr>
          <p:cNvSpPr txBox="1">
            <a:spLocks noChangeArrowheads="1"/>
          </p:cNvSpPr>
          <p:nvPr/>
        </p:nvSpPr>
        <p:spPr bwMode="auto">
          <a:xfrm>
            <a:off x="7010400" y="32766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7</a:t>
            </a:r>
          </a:p>
        </p:txBody>
      </p:sp>
      <p:sp>
        <p:nvSpPr>
          <p:cNvPr id="157771" name="Text Box 79">
            <a:extLst>
              <a:ext uri="{FF2B5EF4-FFF2-40B4-BE49-F238E27FC236}">
                <a16:creationId xmlns:a16="http://schemas.microsoft.com/office/drawing/2014/main" id="{7722AA58-5B42-9325-DAA6-B47183DDC0A6}"/>
              </a:ext>
            </a:extLst>
          </p:cNvPr>
          <p:cNvSpPr txBox="1">
            <a:spLocks noChangeArrowheads="1"/>
          </p:cNvSpPr>
          <p:nvPr/>
        </p:nvSpPr>
        <p:spPr bwMode="auto">
          <a:xfrm>
            <a:off x="8153400" y="33528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8</a:t>
            </a:r>
          </a:p>
        </p:txBody>
      </p:sp>
      <p:sp>
        <p:nvSpPr>
          <p:cNvPr id="157772" name="Text Box 80">
            <a:extLst>
              <a:ext uri="{FF2B5EF4-FFF2-40B4-BE49-F238E27FC236}">
                <a16:creationId xmlns:a16="http://schemas.microsoft.com/office/drawing/2014/main" id="{96E07AAC-AC72-D9FE-2DE8-6E0BCFE02CDC}"/>
              </a:ext>
            </a:extLst>
          </p:cNvPr>
          <p:cNvSpPr txBox="1">
            <a:spLocks noChangeArrowheads="1"/>
          </p:cNvSpPr>
          <p:nvPr/>
        </p:nvSpPr>
        <p:spPr bwMode="auto">
          <a:xfrm>
            <a:off x="7620000" y="40386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9</a:t>
            </a:r>
          </a:p>
        </p:txBody>
      </p:sp>
      <p:sp>
        <p:nvSpPr>
          <p:cNvPr id="157773" name="Text Box 81">
            <a:extLst>
              <a:ext uri="{FF2B5EF4-FFF2-40B4-BE49-F238E27FC236}">
                <a16:creationId xmlns:a16="http://schemas.microsoft.com/office/drawing/2014/main" id="{005EC501-8A35-97AE-376C-1DEA80D26267}"/>
              </a:ext>
            </a:extLst>
          </p:cNvPr>
          <p:cNvSpPr txBox="1">
            <a:spLocks noChangeArrowheads="1"/>
          </p:cNvSpPr>
          <p:nvPr/>
        </p:nvSpPr>
        <p:spPr bwMode="auto">
          <a:xfrm>
            <a:off x="8458200" y="47244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10</a:t>
            </a:r>
          </a:p>
        </p:txBody>
      </p:sp>
      <p:sp>
        <p:nvSpPr>
          <p:cNvPr id="157774" name="Text Box 82">
            <a:extLst>
              <a:ext uri="{FF2B5EF4-FFF2-40B4-BE49-F238E27FC236}">
                <a16:creationId xmlns:a16="http://schemas.microsoft.com/office/drawing/2014/main" id="{20DFDED3-356F-3B2A-ABBD-882ABA1A9CFB}"/>
              </a:ext>
            </a:extLst>
          </p:cNvPr>
          <p:cNvSpPr txBox="1">
            <a:spLocks noChangeArrowheads="1"/>
          </p:cNvSpPr>
          <p:nvPr/>
        </p:nvSpPr>
        <p:spPr bwMode="auto">
          <a:xfrm>
            <a:off x="8534400" y="57150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11</a:t>
            </a:r>
          </a:p>
        </p:txBody>
      </p:sp>
      <p:sp>
        <p:nvSpPr>
          <p:cNvPr id="157775" name="Text Box 83">
            <a:extLst>
              <a:ext uri="{FF2B5EF4-FFF2-40B4-BE49-F238E27FC236}">
                <a16:creationId xmlns:a16="http://schemas.microsoft.com/office/drawing/2014/main" id="{177045AD-9F12-25FF-85D5-6B5B0EB3BA1B}"/>
              </a:ext>
            </a:extLst>
          </p:cNvPr>
          <p:cNvSpPr txBox="1">
            <a:spLocks noChangeArrowheads="1"/>
          </p:cNvSpPr>
          <p:nvPr/>
        </p:nvSpPr>
        <p:spPr bwMode="auto">
          <a:xfrm>
            <a:off x="9220200" y="35052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b="1">
                <a:solidFill>
                  <a:srgbClr val="FF0066"/>
                </a:solidFill>
              </a:rPr>
              <a:t>R</a:t>
            </a:r>
            <a:r>
              <a:rPr lang="en-US" altLang="zh-CN" b="1" baseline="-25000">
                <a:solidFill>
                  <a:srgbClr val="FF0066"/>
                </a:solidFill>
              </a:rPr>
              <a:t>1</a:t>
            </a:r>
          </a:p>
        </p:txBody>
      </p:sp>
      <p:sp>
        <p:nvSpPr>
          <p:cNvPr id="157776" name="Text Box 84">
            <a:extLst>
              <a:ext uri="{FF2B5EF4-FFF2-40B4-BE49-F238E27FC236}">
                <a16:creationId xmlns:a16="http://schemas.microsoft.com/office/drawing/2014/main" id="{07D824CC-7EE9-4C15-50DF-290426AA46C6}"/>
              </a:ext>
            </a:extLst>
          </p:cNvPr>
          <p:cNvSpPr txBox="1">
            <a:spLocks noChangeArrowheads="1"/>
          </p:cNvSpPr>
          <p:nvPr/>
        </p:nvSpPr>
        <p:spPr bwMode="auto">
          <a:xfrm>
            <a:off x="9601200" y="43434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b="1">
                <a:solidFill>
                  <a:srgbClr val="FF0066"/>
                </a:solidFill>
              </a:rPr>
              <a:t>R</a:t>
            </a:r>
            <a:r>
              <a:rPr lang="en-US" altLang="zh-CN" b="1" baseline="-25000">
                <a:solidFill>
                  <a:srgbClr val="FF0066"/>
                </a:solidFill>
              </a:rPr>
              <a:t>4</a:t>
            </a:r>
          </a:p>
        </p:txBody>
      </p:sp>
      <p:sp>
        <p:nvSpPr>
          <p:cNvPr id="157777" name="Text Box 85">
            <a:extLst>
              <a:ext uri="{FF2B5EF4-FFF2-40B4-BE49-F238E27FC236}">
                <a16:creationId xmlns:a16="http://schemas.microsoft.com/office/drawing/2014/main" id="{98578AD0-D03F-7B37-2EE4-4A0D13986D59}"/>
              </a:ext>
            </a:extLst>
          </p:cNvPr>
          <p:cNvSpPr txBox="1">
            <a:spLocks noChangeArrowheads="1"/>
          </p:cNvSpPr>
          <p:nvPr/>
        </p:nvSpPr>
        <p:spPr bwMode="auto">
          <a:xfrm>
            <a:off x="7391400" y="33528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b="1">
                <a:solidFill>
                  <a:srgbClr val="FF0066"/>
                </a:solidFill>
              </a:rPr>
              <a:t>R</a:t>
            </a:r>
            <a:r>
              <a:rPr lang="en-US" altLang="zh-CN" b="1" baseline="-25000">
                <a:solidFill>
                  <a:srgbClr val="FF0066"/>
                </a:solidFill>
              </a:rPr>
              <a:t>3</a:t>
            </a:r>
          </a:p>
        </p:txBody>
      </p:sp>
      <p:sp>
        <p:nvSpPr>
          <p:cNvPr id="157778" name="Text Box 86">
            <a:extLst>
              <a:ext uri="{FF2B5EF4-FFF2-40B4-BE49-F238E27FC236}">
                <a16:creationId xmlns:a16="http://schemas.microsoft.com/office/drawing/2014/main" id="{51CBD577-9A1A-92DD-5BA8-D027FB1A5566}"/>
              </a:ext>
            </a:extLst>
          </p:cNvPr>
          <p:cNvSpPr txBox="1">
            <a:spLocks noChangeArrowheads="1"/>
          </p:cNvSpPr>
          <p:nvPr/>
        </p:nvSpPr>
        <p:spPr bwMode="auto">
          <a:xfrm>
            <a:off x="8305800" y="28956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b="1">
                <a:solidFill>
                  <a:srgbClr val="FF0066"/>
                </a:solidFill>
              </a:rPr>
              <a:t>R</a:t>
            </a:r>
            <a:r>
              <a:rPr lang="en-US" altLang="zh-CN" b="1" baseline="-25000">
                <a:solidFill>
                  <a:srgbClr val="FF0066"/>
                </a:solidFill>
              </a:rPr>
              <a:t>2</a:t>
            </a:r>
          </a:p>
        </p:txBody>
      </p:sp>
      <p:sp>
        <p:nvSpPr>
          <p:cNvPr id="12375" name="Text Box 87">
            <a:extLst>
              <a:ext uri="{FF2B5EF4-FFF2-40B4-BE49-F238E27FC236}">
                <a16:creationId xmlns:a16="http://schemas.microsoft.com/office/drawing/2014/main" id="{21AD1155-E67C-B9B7-5B44-1764CF43F08E}"/>
              </a:ext>
            </a:extLst>
          </p:cNvPr>
          <p:cNvSpPr txBox="1">
            <a:spLocks noChangeArrowheads="1"/>
          </p:cNvSpPr>
          <p:nvPr/>
        </p:nvSpPr>
        <p:spPr bwMode="auto">
          <a:xfrm>
            <a:off x="5257800" y="457200"/>
            <a:ext cx="5181600" cy="579438"/>
          </a:xfrm>
          <a:prstGeom prst="rect">
            <a:avLst/>
          </a:prstGeom>
          <a:noFill/>
          <a:ln w="9525">
            <a:noFill/>
            <a:miter lim="800000"/>
            <a:headEnd/>
            <a:tailEnd/>
          </a:ln>
          <a:effec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zh-CN" altLang="en-US" sz="3200" b="1">
                <a:solidFill>
                  <a:srgbClr val="3B812F"/>
                </a:solidFill>
              </a:rPr>
              <a:t>域：由边和结点限定的区间</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0AA40210-9E10-8E07-ED8D-0E79494A0C92}"/>
              </a:ext>
            </a:extLst>
          </p:cNvPr>
          <p:cNvSpPr>
            <a:spLocks noGrp="1" noChangeArrowheads="1"/>
          </p:cNvSpPr>
          <p:nvPr>
            <p:ph type="sldNum" sz="quarter" idx="12"/>
          </p:nvPr>
        </p:nvSpPr>
        <p:spPr>
          <a:ln/>
        </p:spPr>
        <p:txBody>
          <a:bodyPr/>
          <a:lstStyle/>
          <a:p>
            <a:pPr fontAlgn="base">
              <a:spcBef>
                <a:spcPct val="0"/>
              </a:spcBef>
              <a:spcAft>
                <a:spcPct val="0"/>
              </a:spcAft>
            </a:pPr>
            <a:fld id="{5652338B-319E-403A-975C-985D65233DB8}" type="slidenum">
              <a:rPr kumimoji="1" lang="en-US" altLang="zh-CN">
                <a:solidFill>
                  <a:srgbClr val="000000"/>
                </a:solidFill>
                <a:ea typeface="宋体" panose="02010600030101010101" pitchFamily="2" charset="-122"/>
              </a:rPr>
              <a:pPr fontAlgn="base">
                <a:spcBef>
                  <a:spcPct val="0"/>
                </a:spcBef>
                <a:spcAft>
                  <a:spcPct val="0"/>
                </a:spcAft>
              </a:pPr>
              <a:t>10</a:t>
            </a:fld>
            <a:endParaRPr kumimoji="1" lang="en-US" altLang="zh-CN">
              <a:solidFill>
                <a:srgbClr val="000000"/>
              </a:solidFill>
              <a:ea typeface="宋体" panose="02010600030101010101" pitchFamily="2" charset="-122"/>
            </a:endParaRPr>
          </a:p>
        </p:txBody>
      </p:sp>
      <p:sp>
        <p:nvSpPr>
          <p:cNvPr id="158722" name="标题 1">
            <a:extLst>
              <a:ext uri="{FF2B5EF4-FFF2-40B4-BE49-F238E27FC236}">
                <a16:creationId xmlns:a16="http://schemas.microsoft.com/office/drawing/2014/main" id="{FDCDE7B1-83E5-8E7E-2D2F-CCF02EAE8FFB}"/>
              </a:ext>
            </a:extLst>
          </p:cNvPr>
          <p:cNvSpPr>
            <a:spLocks noGrp="1"/>
          </p:cNvSpPr>
          <p:nvPr>
            <p:ph type="title" idx="4294967295"/>
          </p:nvPr>
        </p:nvSpPr>
        <p:spPr/>
        <p:txBody>
          <a:bodyPr/>
          <a:lstStyle/>
          <a:p>
            <a:r>
              <a:rPr lang="zh-CN" altLang="en-US"/>
              <a:t>独立程序路径</a:t>
            </a:r>
          </a:p>
        </p:txBody>
      </p:sp>
      <p:sp>
        <p:nvSpPr>
          <p:cNvPr id="4" name="矩形 3">
            <a:extLst>
              <a:ext uri="{FF2B5EF4-FFF2-40B4-BE49-F238E27FC236}">
                <a16:creationId xmlns:a16="http://schemas.microsoft.com/office/drawing/2014/main" id="{52449CA3-D1DE-6667-58D0-03145196C597}"/>
              </a:ext>
            </a:extLst>
          </p:cNvPr>
          <p:cNvSpPr/>
          <p:nvPr/>
        </p:nvSpPr>
        <p:spPr>
          <a:xfrm>
            <a:off x="1524000" y="836614"/>
            <a:ext cx="8604250" cy="822325"/>
          </a:xfrm>
          <a:prstGeom prst="rect">
            <a:avLst/>
          </a:prstGeom>
        </p:spPr>
        <p:txBody>
          <a:bodyPr>
            <a:spAutoFit/>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eaLnBrk="1" fontAlgn="base" hangingPunct="1">
              <a:lnSpc>
                <a:spcPct val="120000"/>
              </a:lnSpc>
              <a:spcBef>
                <a:spcPct val="50000"/>
              </a:spcBef>
              <a:spcAft>
                <a:spcPct val="0"/>
              </a:spcAft>
              <a:buFont typeface="Wingdings" panose="05000000000000000000" pitchFamily="2" charset="2"/>
              <a:buChar char="Ø"/>
            </a:pPr>
            <a:r>
              <a:rPr lang="zh-CN" altLang="en-US" sz="2000" b="1">
                <a:solidFill>
                  <a:srgbClr val="FF0000"/>
                </a:solidFill>
              </a:rPr>
              <a:t> 独立程序路径</a:t>
            </a:r>
            <a:r>
              <a:rPr lang="zh-CN" altLang="en-US" sz="2000" b="1">
                <a:solidFill>
                  <a:srgbClr val="000000"/>
                </a:solidFill>
              </a:rPr>
              <a:t>是任何</a:t>
            </a:r>
            <a:r>
              <a:rPr lang="zh-CN" altLang="en-US" sz="2000" b="1">
                <a:solidFill>
                  <a:srgbClr val="FF0000"/>
                </a:solidFill>
              </a:rPr>
              <a:t>贯穿程序</a:t>
            </a:r>
            <a:r>
              <a:rPr lang="zh-CN" altLang="en-US" sz="2000" b="1">
                <a:solidFill>
                  <a:srgbClr val="000000"/>
                </a:solidFill>
              </a:rPr>
              <a:t>的，至少</a:t>
            </a:r>
            <a:r>
              <a:rPr lang="zh-CN" altLang="en-US" sz="2000" b="1">
                <a:solidFill>
                  <a:srgbClr val="FF0000"/>
                </a:solidFill>
              </a:rPr>
              <a:t>引入</a:t>
            </a:r>
            <a:r>
              <a:rPr lang="zh-CN" altLang="en-US" sz="2000" b="1">
                <a:solidFill>
                  <a:srgbClr val="000000"/>
                </a:solidFill>
              </a:rPr>
              <a:t>一组</a:t>
            </a:r>
            <a:r>
              <a:rPr lang="zh-CN" altLang="en-US" sz="2000" b="1">
                <a:solidFill>
                  <a:srgbClr val="FF0000"/>
                </a:solidFill>
              </a:rPr>
              <a:t>新的处理语句</a:t>
            </a:r>
            <a:r>
              <a:rPr lang="zh-CN" altLang="en-US" sz="2000" b="1">
                <a:solidFill>
                  <a:srgbClr val="000000"/>
                </a:solidFill>
              </a:rPr>
              <a:t>或一个</a:t>
            </a:r>
            <a:r>
              <a:rPr lang="zh-CN" altLang="en-US" sz="2000" b="1">
                <a:solidFill>
                  <a:srgbClr val="FF0000"/>
                </a:solidFill>
              </a:rPr>
              <a:t>新条件</a:t>
            </a:r>
            <a:r>
              <a:rPr lang="zh-CN" altLang="en-US" sz="2000" b="1">
                <a:solidFill>
                  <a:srgbClr val="000000"/>
                </a:solidFill>
              </a:rPr>
              <a:t>的执行路径。</a:t>
            </a:r>
            <a:r>
              <a:rPr lang="en-US" altLang="zh-CN" sz="2000" b="1">
                <a:solidFill>
                  <a:srgbClr val="000000"/>
                </a:solidFill>
              </a:rPr>
              <a:t>(</a:t>
            </a:r>
            <a:r>
              <a:rPr lang="zh-CN" altLang="en-US" sz="2000" b="1">
                <a:solidFill>
                  <a:srgbClr val="000000"/>
                </a:solidFill>
              </a:rPr>
              <a:t>不能由其它独立路径组合而成</a:t>
            </a:r>
            <a:r>
              <a:rPr lang="en-US" altLang="zh-CN" sz="2000" b="1">
                <a:solidFill>
                  <a:srgbClr val="000000"/>
                </a:solidFill>
              </a:rPr>
              <a:t>)</a:t>
            </a:r>
          </a:p>
        </p:txBody>
      </p:sp>
      <p:sp>
        <p:nvSpPr>
          <p:cNvPr id="5" name="Oval 53">
            <a:extLst>
              <a:ext uri="{FF2B5EF4-FFF2-40B4-BE49-F238E27FC236}">
                <a16:creationId xmlns:a16="http://schemas.microsoft.com/office/drawing/2014/main" id="{7C7D21C9-9CC3-E054-74F7-2B5A9D3A0D53}"/>
              </a:ext>
            </a:extLst>
          </p:cNvPr>
          <p:cNvSpPr>
            <a:spLocks noChangeArrowheads="1"/>
          </p:cNvSpPr>
          <p:nvPr/>
        </p:nvSpPr>
        <p:spPr bwMode="auto">
          <a:xfrm>
            <a:off x="3409950" y="1712913"/>
            <a:ext cx="457200" cy="457200"/>
          </a:xfrm>
          <a:prstGeom prst="ellipse">
            <a:avLst/>
          </a:prstGeom>
          <a:solidFill>
            <a:schemeClr val="accent1"/>
          </a:solidFill>
          <a:ln w="9525">
            <a:solidFill>
              <a:schemeClr val="tx1"/>
            </a:solidFill>
            <a:round/>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6" name="Oval 54">
            <a:extLst>
              <a:ext uri="{FF2B5EF4-FFF2-40B4-BE49-F238E27FC236}">
                <a16:creationId xmlns:a16="http://schemas.microsoft.com/office/drawing/2014/main" id="{730B745A-F8EC-89F4-D5A6-9D2B055171AF}"/>
              </a:ext>
            </a:extLst>
          </p:cNvPr>
          <p:cNvSpPr>
            <a:spLocks noChangeArrowheads="1"/>
          </p:cNvSpPr>
          <p:nvPr/>
        </p:nvSpPr>
        <p:spPr bwMode="auto">
          <a:xfrm>
            <a:off x="3409950" y="2551113"/>
            <a:ext cx="457200" cy="457200"/>
          </a:xfrm>
          <a:prstGeom prst="ellipse">
            <a:avLst/>
          </a:prstGeom>
          <a:solidFill>
            <a:schemeClr val="accent1"/>
          </a:solidFill>
          <a:ln w="9525">
            <a:solidFill>
              <a:schemeClr val="tx1"/>
            </a:solidFill>
            <a:round/>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7" name="Oval 55">
            <a:extLst>
              <a:ext uri="{FF2B5EF4-FFF2-40B4-BE49-F238E27FC236}">
                <a16:creationId xmlns:a16="http://schemas.microsoft.com/office/drawing/2014/main" id="{BBE24E42-9D79-532D-A04B-7BD544A831E9}"/>
              </a:ext>
            </a:extLst>
          </p:cNvPr>
          <p:cNvSpPr>
            <a:spLocks noChangeArrowheads="1"/>
          </p:cNvSpPr>
          <p:nvPr/>
        </p:nvSpPr>
        <p:spPr bwMode="auto">
          <a:xfrm>
            <a:off x="2647950" y="3160713"/>
            <a:ext cx="457200" cy="457200"/>
          </a:xfrm>
          <a:prstGeom prst="ellipse">
            <a:avLst/>
          </a:prstGeom>
          <a:solidFill>
            <a:schemeClr val="accent1"/>
          </a:solidFill>
          <a:ln w="9525">
            <a:solidFill>
              <a:schemeClr val="tx1"/>
            </a:solidFill>
            <a:round/>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8" name="Oval 56">
            <a:extLst>
              <a:ext uri="{FF2B5EF4-FFF2-40B4-BE49-F238E27FC236}">
                <a16:creationId xmlns:a16="http://schemas.microsoft.com/office/drawing/2014/main" id="{35DE0007-3EB1-3D0B-8B38-6D17FDE7E805}"/>
              </a:ext>
            </a:extLst>
          </p:cNvPr>
          <p:cNvSpPr>
            <a:spLocks noChangeArrowheads="1"/>
          </p:cNvSpPr>
          <p:nvPr/>
        </p:nvSpPr>
        <p:spPr bwMode="auto">
          <a:xfrm>
            <a:off x="2038350" y="3846513"/>
            <a:ext cx="457200" cy="457200"/>
          </a:xfrm>
          <a:prstGeom prst="ellipse">
            <a:avLst/>
          </a:prstGeom>
          <a:solidFill>
            <a:schemeClr val="accent1"/>
          </a:solidFill>
          <a:ln w="9525">
            <a:solidFill>
              <a:schemeClr val="tx1"/>
            </a:solidFill>
            <a:round/>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9" name="Oval 57">
            <a:extLst>
              <a:ext uri="{FF2B5EF4-FFF2-40B4-BE49-F238E27FC236}">
                <a16:creationId xmlns:a16="http://schemas.microsoft.com/office/drawing/2014/main" id="{4EA086F7-2ACB-2C99-8EC7-05BD7042B6D0}"/>
              </a:ext>
            </a:extLst>
          </p:cNvPr>
          <p:cNvSpPr>
            <a:spLocks noChangeArrowheads="1"/>
          </p:cNvSpPr>
          <p:nvPr/>
        </p:nvSpPr>
        <p:spPr bwMode="auto">
          <a:xfrm>
            <a:off x="3105150" y="3922713"/>
            <a:ext cx="457200" cy="457200"/>
          </a:xfrm>
          <a:prstGeom prst="ellipse">
            <a:avLst/>
          </a:prstGeom>
          <a:solidFill>
            <a:schemeClr val="accent1"/>
          </a:solidFill>
          <a:ln w="9525">
            <a:solidFill>
              <a:schemeClr val="tx1"/>
            </a:solidFill>
            <a:round/>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0" name="Oval 58">
            <a:extLst>
              <a:ext uri="{FF2B5EF4-FFF2-40B4-BE49-F238E27FC236}">
                <a16:creationId xmlns:a16="http://schemas.microsoft.com/office/drawing/2014/main" id="{22BAF2CA-B42F-9B8F-8728-9464B34D46BE}"/>
              </a:ext>
            </a:extLst>
          </p:cNvPr>
          <p:cNvSpPr>
            <a:spLocks noChangeArrowheads="1"/>
          </p:cNvSpPr>
          <p:nvPr/>
        </p:nvSpPr>
        <p:spPr bwMode="auto">
          <a:xfrm>
            <a:off x="2647950" y="4608513"/>
            <a:ext cx="457200" cy="457200"/>
          </a:xfrm>
          <a:prstGeom prst="ellipse">
            <a:avLst/>
          </a:prstGeom>
          <a:solidFill>
            <a:schemeClr val="accent1"/>
          </a:solidFill>
          <a:ln w="9525">
            <a:solidFill>
              <a:schemeClr val="tx1"/>
            </a:solidFill>
            <a:round/>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1" name="Oval 59">
            <a:extLst>
              <a:ext uri="{FF2B5EF4-FFF2-40B4-BE49-F238E27FC236}">
                <a16:creationId xmlns:a16="http://schemas.microsoft.com/office/drawing/2014/main" id="{3BBF7EE2-09C3-74C1-4D38-5959AF73A08A}"/>
              </a:ext>
            </a:extLst>
          </p:cNvPr>
          <p:cNvSpPr>
            <a:spLocks noChangeArrowheads="1"/>
          </p:cNvSpPr>
          <p:nvPr/>
        </p:nvSpPr>
        <p:spPr bwMode="auto">
          <a:xfrm>
            <a:off x="4171950" y="3236913"/>
            <a:ext cx="457200" cy="457200"/>
          </a:xfrm>
          <a:prstGeom prst="ellipse">
            <a:avLst/>
          </a:prstGeom>
          <a:solidFill>
            <a:schemeClr val="accent1"/>
          </a:solidFill>
          <a:ln w="9525">
            <a:solidFill>
              <a:schemeClr val="tx1"/>
            </a:solidFill>
            <a:round/>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2" name="Oval 60">
            <a:extLst>
              <a:ext uri="{FF2B5EF4-FFF2-40B4-BE49-F238E27FC236}">
                <a16:creationId xmlns:a16="http://schemas.microsoft.com/office/drawing/2014/main" id="{9FE45A29-19EA-40C9-EB27-5FAA7C7D8EC7}"/>
              </a:ext>
            </a:extLst>
          </p:cNvPr>
          <p:cNvSpPr>
            <a:spLocks noChangeArrowheads="1"/>
          </p:cNvSpPr>
          <p:nvPr/>
        </p:nvSpPr>
        <p:spPr bwMode="auto">
          <a:xfrm>
            <a:off x="3486150" y="5294313"/>
            <a:ext cx="457200" cy="457200"/>
          </a:xfrm>
          <a:prstGeom prst="ellipse">
            <a:avLst/>
          </a:prstGeom>
          <a:solidFill>
            <a:schemeClr val="accent1"/>
          </a:solidFill>
          <a:ln w="9525">
            <a:solidFill>
              <a:schemeClr val="tx1"/>
            </a:solidFill>
            <a:round/>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3" name="Oval 61">
            <a:extLst>
              <a:ext uri="{FF2B5EF4-FFF2-40B4-BE49-F238E27FC236}">
                <a16:creationId xmlns:a16="http://schemas.microsoft.com/office/drawing/2014/main" id="{B8BA738D-2324-63F3-9268-0C08497C81F2}"/>
              </a:ext>
            </a:extLst>
          </p:cNvPr>
          <p:cNvSpPr>
            <a:spLocks noChangeArrowheads="1"/>
          </p:cNvSpPr>
          <p:nvPr/>
        </p:nvSpPr>
        <p:spPr bwMode="auto">
          <a:xfrm>
            <a:off x="3562350" y="5876925"/>
            <a:ext cx="457200" cy="457200"/>
          </a:xfrm>
          <a:prstGeom prst="ellipse">
            <a:avLst/>
          </a:prstGeom>
          <a:solidFill>
            <a:schemeClr val="accent1"/>
          </a:solidFill>
          <a:ln w="9525">
            <a:solidFill>
              <a:schemeClr val="tx1"/>
            </a:solidFill>
            <a:round/>
            <a:headEnd/>
            <a:tailEnd/>
          </a:ln>
          <a:effectLst/>
        </p:spPr>
        <p:txBody>
          <a:bodyPr wrap="none" anchor="ct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4" name="Line 62">
            <a:extLst>
              <a:ext uri="{FF2B5EF4-FFF2-40B4-BE49-F238E27FC236}">
                <a16:creationId xmlns:a16="http://schemas.microsoft.com/office/drawing/2014/main" id="{062548EB-0DF3-332E-7CCA-5BA3243FE940}"/>
              </a:ext>
            </a:extLst>
          </p:cNvPr>
          <p:cNvSpPr>
            <a:spLocks noChangeShapeType="1"/>
          </p:cNvSpPr>
          <p:nvPr/>
        </p:nvSpPr>
        <p:spPr bwMode="auto">
          <a:xfrm>
            <a:off x="3638550" y="2170113"/>
            <a:ext cx="0" cy="3810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5" name="Line 63">
            <a:extLst>
              <a:ext uri="{FF2B5EF4-FFF2-40B4-BE49-F238E27FC236}">
                <a16:creationId xmlns:a16="http://schemas.microsoft.com/office/drawing/2014/main" id="{B7A5A711-9AD6-E44A-34BA-516D644D7670}"/>
              </a:ext>
            </a:extLst>
          </p:cNvPr>
          <p:cNvSpPr>
            <a:spLocks noChangeShapeType="1"/>
          </p:cNvSpPr>
          <p:nvPr/>
        </p:nvSpPr>
        <p:spPr bwMode="auto">
          <a:xfrm flipH="1">
            <a:off x="3028950" y="2932113"/>
            <a:ext cx="457200" cy="2286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6" name="Line 64">
            <a:extLst>
              <a:ext uri="{FF2B5EF4-FFF2-40B4-BE49-F238E27FC236}">
                <a16:creationId xmlns:a16="http://schemas.microsoft.com/office/drawing/2014/main" id="{EA4AB49E-1121-8983-D6AF-E21ECDF9C127}"/>
              </a:ext>
            </a:extLst>
          </p:cNvPr>
          <p:cNvSpPr>
            <a:spLocks noChangeShapeType="1"/>
          </p:cNvSpPr>
          <p:nvPr/>
        </p:nvSpPr>
        <p:spPr bwMode="auto">
          <a:xfrm flipH="1">
            <a:off x="2419350" y="3541713"/>
            <a:ext cx="304800" cy="3048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7" name="Line 65">
            <a:extLst>
              <a:ext uri="{FF2B5EF4-FFF2-40B4-BE49-F238E27FC236}">
                <a16:creationId xmlns:a16="http://schemas.microsoft.com/office/drawing/2014/main" id="{DCB18099-1342-E7B9-0A42-A7131320DBDC}"/>
              </a:ext>
            </a:extLst>
          </p:cNvPr>
          <p:cNvSpPr>
            <a:spLocks noChangeShapeType="1"/>
          </p:cNvSpPr>
          <p:nvPr/>
        </p:nvSpPr>
        <p:spPr bwMode="auto">
          <a:xfrm>
            <a:off x="3028950" y="3541713"/>
            <a:ext cx="304800" cy="3810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8" name="Line 66">
            <a:extLst>
              <a:ext uri="{FF2B5EF4-FFF2-40B4-BE49-F238E27FC236}">
                <a16:creationId xmlns:a16="http://schemas.microsoft.com/office/drawing/2014/main" id="{42D3D56F-CEC8-11AB-8A08-845594EF6974}"/>
              </a:ext>
            </a:extLst>
          </p:cNvPr>
          <p:cNvSpPr>
            <a:spLocks noChangeShapeType="1"/>
          </p:cNvSpPr>
          <p:nvPr/>
        </p:nvSpPr>
        <p:spPr bwMode="auto">
          <a:xfrm>
            <a:off x="2343150" y="4303713"/>
            <a:ext cx="381000" cy="3810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9" name="Line 67">
            <a:extLst>
              <a:ext uri="{FF2B5EF4-FFF2-40B4-BE49-F238E27FC236}">
                <a16:creationId xmlns:a16="http://schemas.microsoft.com/office/drawing/2014/main" id="{EDD4FE59-C2D7-8D1C-7937-534CF1D3C782}"/>
              </a:ext>
            </a:extLst>
          </p:cNvPr>
          <p:cNvSpPr>
            <a:spLocks noChangeShapeType="1"/>
          </p:cNvSpPr>
          <p:nvPr/>
        </p:nvSpPr>
        <p:spPr bwMode="auto">
          <a:xfrm flipH="1">
            <a:off x="3028950" y="4379913"/>
            <a:ext cx="304800" cy="3048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20" name="Line 68">
            <a:extLst>
              <a:ext uri="{FF2B5EF4-FFF2-40B4-BE49-F238E27FC236}">
                <a16:creationId xmlns:a16="http://schemas.microsoft.com/office/drawing/2014/main" id="{A74F7102-9097-22C2-492F-755BEC95386F}"/>
              </a:ext>
            </a:extLst>
          </p:cNvPr>
          <p:cNvSpPr>
            <a:spLocks noChangeShapeType="1"/>
          </p:cNvSpPr>
          <p:nvPr/>
        </p:nvSpPr>
        <p:spPr bwMode="auto">
          <a:xfrm>
            <a:off x="3867150" y="2855913"/>
            <a:ext cx="381000" cy="3810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21" name="Line 69">
            <a:extLst>
              <a:ext uri="{FF2B5EF4-FFF2-40B4-BE49-F238E27FC236}">
                <a16:creationId xmlns:a16="http://schemas.microsoft.com/office/drawing/2014/main" id="{D0185874-DC35-1542-7520-35B7AD13C052}"/>
              </a:ext>
            </a:extLst>
          </p:cNvPr>
          <p:cNvSpPr>
            <a:spLocks noChangeShapeType="1"/>
          </p:cNvSpPr>
          <p:nvPr/>
        </p:nvSpPr>
        <p:spPr bwMode="auto">
          <a:xfrm flipH="1">
            <a:off x="3790950" y="3694113"/>
            <a:ext cx="685800" cy="16002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22" name="Line 70">
            <a:extLst>
              <a:ext uri="{FF2B5EF4-FFF2-40B4-BE49-F238E27FC236}">
                <a16:creationId xmlns:a16="http://schemas.microsoft.com/office/drawing/2014/main" id="{2E16597F-6834-C6D3-C82C-B70148DA1A29}"/>
              </a:ext>
            </a:extLst>
          </p:cNvPr>
          <p:cNvSpPr>
            <a:spLocks noChangeShapeType="1"/>
          </p:cNvSpPr>
          <p:nvPr/>
        </p:nvSpPr>
        <p:spPr bwMode="auto">
          <a:xfrm>
            <a:off x="3028950" y="4989513"/>
            <a:ext cx="457200" cy="3810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23" name="Freeform 71">
            <a:extLst>
              <a:ext uri="{FF2B5EF4-FFF2-40B4-BE49-F238E27FC236}">
                <a16:creationId xmlns:a16="http://schemas.microsoft.com/office/drawing/2014/main" id="{025F29AF-77C3-B597-EBB1-8E7E86CFF4A9}"/>
              </a:ext>
            </a:extLst>
          </p:cNvPr>
          <p:cNvSpPr>
            <a:spLocks/>
          </p:cNvSpPr>
          <p:nvPr/>
        </p:nvSpPr>
        <p:spPr bwMode="auto">
          <a:xfrm>
            <a:off x="1703389" y="1989139"/>
            <a:ext cx="1800225" cy="4130675"/>
          </a:xfrm>
          <a:custGeom>
            <a:avLst/>
            <a:gdLst/>
            <a:ahLst/>
            <a:cxnLst>
              <a:cxn ang="0">
                <a:pos x="1120" y="0"/>
              </a:cxn>
              <a:cxn ang="0">
                <a:pos x="16" y="1392"/>
              </a:cxn>
              <a:cxn ang="0">
                <a:pos x="1216" y="2784"/>
              </a:cxn>
            </a:cxnLst>
            <a:rect l="0" t="0" r="r" b="b"/>
            <a:pathLst>
              <a:path w="1216" h="2784">
                <a:moveTo>
                  <a:pt x="1120" y="0"/>
                </a:moveTo>
                <a:cubicBezTo>
                  <a:pt x="560" y="464"/>
                  <a:pt x="0" y="928"/>
                  <a:pt x="16" y="1392"/>
                </a:cubicBezTo>
                <a:cubicBezTo>
                  <a:pt x="32" y="1856"/>
                  <a:pt x="624" y="2320"/>
                  <a:pt x="1216" y="2784"/>
                </a:cubicBezTo>
              </a:path>
            </a:pathLst>
          </a:custGeom>
          <a:noFill/>
          <a:ln w="9525">
            <a:solidFill>
              <a:schemeClr val="tx1"/>
            </a:solidFill>
            <a:round/>
            <a:headEnd type="none" w="med" len="me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24" name="Freeform 72">
            <a:extLst>
              <a:ext uri="{FF2B5EF4-FFF2-40B4-BE49-F238E27FC236}">
                <a16:creationId xmlns:a16="http://schemas.microsoft.com/office/drawing/2014/main" id="{561B0A06-A285-6AC3-1D45-94A18D4CC24C}"/>
              </a:ext>
            </a:extLst>
          </p:cNvPr>
          <p:cNvSpPr>
            <a:spLocks/>
          </p:cNvSpPr>
          <p:nvPr/>
        </p:nvSpPr>
        <p:spPr bwMode="auto">
          <a:xfrm>
            <a:off x="3867150" y="2017713"/>
            <a:ext cx="1384300" cy="3581400"/>
          </a:xfrm>
          <a:custGeom>
            <a:avLst/>
            <a:gdLst/>
            <a:ahLst/>
            <a:cxnLst>
              <a:cxn ang="0">
                <a:pos x="48" y="2256"/>
              </a:cxn>
              <a:cxn ang="0">
                <a:pos x="864" y="912"/>
              </a:cxn>
              <a:cxn ang="0">
                <a:pos x="0" y="0"/>
              </a:cxn>
            </a:cxnLst>
            <a:rect l="0" t="0" r="r" b="b"/>
            <a:pathLst>
              <a:path w="872" h="2256">
                <a:moveTo>
                  <a:pt x="48" y="2256"/>
                </a:moveTo>
                <a:cubicBezTo>
                  <a:pt x="460" y="1772"/>
                  <a:pt x="872" y="1288"/>
                  <a:pt x="864" y="912"/>
                </a:cubicBezTo>
                <a:cubicBezTo>
                  <a:pt x="856" y="536"/>
                  <a:pt x="428" y="268"/>
                  <a:pt x="0" y="0"/>
                </a:cubicBezTo>
              </a:path>
            </a:pathLst>
          </a:custGeom>
          <a:noFill/>
          <a:ln w="9525">
            <a:solidFill>
              <a:schemeClr val="tx1"/>
            </a:solidFill>
            <a:round/>
            <a:headEnd type="none" w="med" len="me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158744" name="Text Box 73">
            <a:extLst>
              <a:ext uri="{FF2B5EF4-FFF2-40B4-BE49-F238E27FC236}">
                <a16:creationId xmlns:a16="http://schemas.microsoft.com/office/drawing/2014/main" id="{9DEA6A29-0C02-B36B-7A4E-499654C0BFDA}"/>
              </a:ext>
            </a:extLst>
          </p:cNvPr>
          <p:cNvSpPr txBox="1">
            <a:spLocks noChangeArrowheads="1"/>
          </p:cNvSpPr>
          <p:nvPr/>
        </p:nvSpPr>
        <p:spPr bwMode="auto">
          <a:xfrm>
            <a:off x="3486150" y="1789113"/>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1</a:t>
            </a:r>
          </a:p>
        </p:txBody>
      </p:sp>
      <p:sp>
        <p:nvSpPr>
          <p:cNvPr id="158745" name="Text Box 74">
            <a:extLst>
              <a:ext uri="{FF2B5EF4-FFF2-40B4-BE49-F238E27FC236}">
                <a16:creationId xmlns:a16="http://schemas.microsoft.com/office/drawing/2014/main" id="{3A0E3D5B-6508-E59A-240A-32AED4CA7E42}"/>
              </a:ext>
            </a:extLst>
          </p:cNvPr>
          <p:cNvSpPr txBox="1">
            <a:spLocks noChangeArrowheads="1"/>
          </p:cNvSpPr>
          <p:nvPr/>
        </p:nvSpPr>
        <p:spPr bwMode="auto">
          <a:xfrm>
            <a:off x="3409950" y="2551113"/>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2,3</a:t>
            </a:r>
          </a:p>
        </p:txBody>
      </p:sp>
      <p:sp>
        <p:nvSpPr>
          <p:cNvPr id="158746" name="Text Box 75">
            <a:extLst>
              <a:ext uri="{FF2B5EF4-FFF2-40B4-BE49-F238E27FC236}">
                <a16:creationId xmlns:a16="http://schemas.microsoft.com/office/drawing/2014/main" id="{322C693E-68F8-E238-FB27-86513474B224}"/>
              </a:ext>
            </a:extLst>
          </p:cNvPr>
          <p:cNvSpPr txBox="1">
            <a:spLocks noChangeArrowheads="1"/>
          </p:cNvSpPr>
          <p:nvPr/>
        </p:nvSpPr>
        <p:spPr bwMode="auto">
          <a:xfrm>
            <a:off x="4095750" y="3236913"/>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4,5</a:t>
            </a:r>
          </a:p>
        </p:txBody>
      </p:sp>
      <p:sp>
        <p:nvSpPr>
          <p:cNvPr id="158747" name="Text Box 77">
            <a:extLst>
              <a:ext uri="{FF2B5EF4-FFF2-40B4-BE49-F238E27FC236}">
                <a16:creationId xmlns:a16="http://schemas.microsoft.com/office/drawing/2014/main" id="{F63E3B8E-0BB5-603A-12C0-11CE88B4D240}"/>
              </a:ext>
            </a:extLst>
          </p:cNvPr>
          <p:cNvSpPr txBox="1">
            <a:spLocks noChangeArrowheads="1"/>
          </p:cNvSpPr>
          <p:nvPr/>
        </p:nvSpPr>
        <p:spPr bwMode="auto">
          <a:xfrm>
            <a:off x="2647950" y="31607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6</a:t>
            </a:r>
          </a:p>
        </p:txBody>
      </p:sp>
      <p:sp>
        <p:nvSpPr>
          <p:cNvPr id="158748" name="Text Box 78">
            <a:extLst>
              <a:ext uri="{FF2B5EF4-FFF2-40B4-BE49-F238E27FC236}">
                <a16:creationId xmlns:a16="http://schemas.microsoft.com/office/drawing/2014/main" id="{DCCF18F0-E102-7A3E-D67C-47E4029675E0}"/>
              </a:ext>
            </a:extLst>
          </p:cNvPr>
          <p:cNvSpPr txBox="1">
            <a:spLocks noChangeArrowheads="1"/>
          </p:cNvSpPr>
          <p:nvPr/>
        </p:nvSpPr>
        <p:spPr bwMode="auto">
          <a:xfrm>
            <a:off x="2038350" y="38465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7</a:t>
            </a:r>
          </a:p>
        </p:txBody>
      </p:sp>
      <p:sp>
        <p:nvSpPr>
          <p:cNvPr id="158749" name="Text Box 79">
            <a:extLst>
              <a:ext uri="{FF2B5EF4-FFF2-40B4-BE49-F238E27FC236}">
                <a16:creationId xmlns:a16="http://schemas.microsoft.com/office/drawing/2014/main" id="{B6F4C967-600B-0108-8517-1A621AD307FC}"/>
              </a:ext>
            </a:extLst>
          </p:cNvPr>
          <p:cNvSpPr txBox="1">
            <a:spLocks noChangeArrowheads="1"/>
          </p:cNvSpPr>
          <p:nvPr/>
        </p:nvSpPr>
        <p:spPr bwMode="auto">
          <a:xfrm>
            <a:off x="3181350" y="39227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8</a:t>
            </a:r>
          </a:p>
        </p:txBody>
      </p:sp>
      <p:sp>
        <p:nvSpPr>
          <p:cNvPr id="158750" name="Text Box 80">
            <a:extLst>
              <a:ext uri="{FF2B5EF4-FFF2-40B4-BE49-F238E27FC236}">
                <a16:creationId xmlns:a16="http://schemas.microsoft.com/office/drawing/2014/main" id="{456C8785-87DC-6B22-D32B-8628E51BFD7D}"/>
              </a:ext>
            </a:extLst>
          </p:cNvPr>
          <p:cNvSpPr txBox="1">
            <a:spLocks noChangeArrowheads="1"/>
          </p:cNvSpPr>
          <p:nvPr/>
        </p:nvSpPr>
        <p:spPr bwMode="auto">
          <a:xfrm>
            <a:off x="2647950" y="46085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9</a:t>
            </a:r>
          </a:p>
        </p:txBody>
      </p:sp>
      <p:sp>
        <p:nvSpPr>
          <p:cNvPr id="158751" name="Text Box 81">
            <a:extLst>
              <a:ext uri="{FF2B5EF4-FFF2-40B4-BE49-F238E27FC236}">
                <a16:creationId xmlns:a16="http://schemas.microsoft.com/office/drawing/2014/main" id="{D15215B5-F498-DA1A-87D0-5FE7A49C9B4B}"/>
              </a:ext>
            </a:extLst>
          </p:cNvPr>
          <p:cNvSpPr txBox="1">
            <a:spLocks noChangeArrowheads="1"/>
          </p:cNvSpPr>
          <p:nvPr/>
        </p:nvSpPr>
        <p:spPr bwMode="auto">
          <a:xfrm>
            <a:off x="3486150" y="5294313"/>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10</a:t>
            </a:r>
          </a:p>
        </p:txBody>
      </p:sp>
      <p:sp>
        <p:nvSpPr>
          <p:cNvPr id="158752" name="Text Box 82">
            <a:extLst>
              <a:ext uri="{FF2B5EF4-FFF2-40B4-BE49-F238E27FC236}">
                <a16:creationId xmlns:a16="http://schemas.microsoft.com/office/drawing/2014/main" id="{B7ECADBB-6CD2-3235-1CD6-014853D34BAF}"/>
              </a:ext>
            </a:extLst>
          </p:cNvPr>
          <p:cNvSpPr txBox="1">
            <a:spLocks noChangeArrowheads="1"/>
          </p:cNvSpPr>
          <p:nvPr/>
        </p:nvSpPr>
        <p:spPr bwMode="auto">
          <a:xfrm>
            <a:off x="3562350" y="5876925"/>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11</a:t>
            </a:r>
          </a:p>
        </p:txBody>
      </p:sp>
      <p:sp>
        <p:nvSpPr>
          <p:cNvPr id="158753" name="Text Box 83">
            <a:extLst>
              <a:ext uri="{FF2B5EF4-FFF2-40B4-BE49-F238E27FC236}">
                <a16:creationId xmlns:a16="http://schemas.microsoft.com/office/drawing/2014/main" id="{93A907E4-9E61-5DB4-3036-A351D6DE6917}"/>
              </a:ext>
            </a:extLst>
          </p:cNvPr>
          <p:cNvSpPr txBox="1">
            <a:spLocks noChangeArrowheads="1"/>
          </p:cNvSpPr>
          <p:nvPr/>
        </p:nvSpPr>
        <p:spPr bwMode="auto">
          <a:xfrm>
            <a:off x="4248150" y="4075113"/>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b="1">
                <a:solidFill>
                  <a:srgbClr val="FF0066"/>
                </a:solidFill>
              </a:rPr>
              <a:t>R</a:t>
            </a:r>
            <a:r>
              <a:rPr lang="en-US" altLang="zh-CN" b="1" baseline="-25000">
                <a:solidFill>
                  <a:srgbClr val="FF0066"/>
                </a:solidFill>
              </a:rPr>
              <a:t>1</a:t>
            </a:r>
          </a:p>
        </p:txBody>
      </p:sp>
      <p:sp>
        <p:nvSpPr>
          <p:cNvPr id="158754" name="Text Box 84">
            <a:extLst>
              <a:ext uri="{FF2B5EF4-FFF2-40B4-BE49-F238E27FC236}">
                <a16:creationId xmlns:a16="http://schemas.microsoft.com/office/drawing/2014/main" id="{BF62D485-E666-E60A-74D2-A7B16248E27A}"/>
              </a:ext>
            </a:extLst>
          </p:cNvPr>
          <p:cNvSpPr txBox="1">
            <a:spLocks noChangeArrowheads="1"/>
          </p:cNvSpPr>
          <p:nvPr/>
        </p:nvSpPr>
        <p:spPr bwMode="auto">
          <a:xfrm>
            <a:off x="4629150" y="4913313"/>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b="1">
                <a:solidFill>
                  <a:srgbClr val="FF0066"/>
                </a:solidFill>
              </a:rPr>
              <a:t>R</a:t>
            </a:r>
            <a:r>
              <a:rPr lang="en-US" altLang="zh-CN" b="1" baseline="-25000">
                <a:solidFill>
                  <a:srgbClr val="FF0066"/>
                </a:solidFill>
              </a:rPr>
              <a:t>4</a:t>
            </a:r>
          </a:p>
        </p:txBody>
      </p:sp>
      <p:sp>
        <p:nvSpPr>
          <p:cNvPr id="158755" name="Text Box 85">
            <a:extLst>
              <a:ext uri="{FF2B5EF4-FFF2-40B4-BE49-F238E27FC236}">
                <a16:creationId xmlns:a16="http://schemas.microsoft.com/office/drawing/2014/main" id="{FFE4CC90-4C9E-5761-B968-AE8236BD5B1E}"/>
              </a:ext>
            </a:extLst>
          </p:cNvPr>
          <p:cNvSpPr txBox="1">
            <a:spLocks noChangeArrowheads="1"/>
          </p:cNvSpPr>
          <p:nvPr/>
        </p:nvSpPr>
        <p:spPr bwMode="auto">
          <a:xfrm>
            <a:off x="2419350" y="3922713"/>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b="1">
                <a:solidFill>
                  <a:srgbClr val="FF0066"/>
                </a:solidFill>
              </a:rPr>
              <a:t>R</a:t>
            </a:r>
            <a:r>
              <a:rPr lang="en-US" altLang="zh-CN" b="1" baseline="-25000">
                <a:solidFill>
                  <a:srgbClr val="FF0066"/>
                </a:solidFill>
              </a:rPr>
              <a:t>3</a:t>
            </a:r>
          </a:p>
        </p:txBody>
      </p:sp>
      <p:sp>
        <p:nvSpPr>
          <p:cNvPr id="158756" name="Text Box 86">
            <a:extLst>
              <a:ext uri="{FF2B5EF4-FFF2-40B4-BE49-F238E27FC236}">
                <a16:creationId xmlns:a16="http://schemas.microsoft.com/office/drawing/2014/main" id="{52C85132-2998-38EF-8606-556CBB5DDCC0}"/>
              </a:ext>
            </a:extLst>
          </p:cNvPr>
          <p:cNvSpPr txBox="1">
            <a:spLocks noChangeArrowheads="1"/>
          </p:cNvSpPr>
          <p:nvPr/>
        </p:nvSpPr>
        <p:spPr bwMode="auto">
          <a:xfrm>
            <a:off x="3333750" y="3465513"/>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b="1">
                <a:solidFill>
                  <a:srgbClr val="FF0066"/>
                </a:solidFill>
              </a:rPr>
              <a:t>R</a:t>
            </a:r>
            <a:r>
              <a:rPr lang="en-US" altLang="zh-CN" b="1" baseline="-25000">
                <a:solidFill>
                  <a:srgbClr val="FF0066"/>
                </a:solidFill>
              </a:rPr>
              <a:t>2</a:t>
            </a:r>
          </a:p>
        </p:txBody>
      </p:sp>
      <p:sp>
        <p:nvSpPr>
          <p:cNvPr id="158757" name="Rectangle 2">
            <a:extLst>
              <a:ext uri="{FF2B5EF4-FFF2-40B4-BE49-F238E27FC236}">
                <a16:creationId xmlns:a16="http://schemas.microsoft.com/office/drawing/2014/main" id="{F3EB407A-8F6C-C123-8A72-7C9A0064BEA0}"/>
              </a:ext>
            </a:extLst>
          </p:cNvPr>
          <p:cNvSpPr>
            <a:spLocks noGrp="1" noChangeArrowheads="1"/>
          </p:cNvSpPr>
          <p:nvPr>
            <p:ph idx="4294967295"/>
          </p:nvPr>
        </p:nvSpPr>
        <p:spPr>
          <a:xfrm>
            <a:off x="5014913" y="1524001"/>
            <a:ext cx="5473700" cy="5000625"/>
          </a:xfrm>
        </p:spPr>
        <p:txBody>
          <a:bodyPr/>
          <a:lstStyle/>
          <a:p>
            <a:pPr eaLnBrk="1" hangingPunct="1">
              <a:lnSpc>
                <a:spcPct val="135000"/>
              </a:lnSpc>
            </a:pPr>
            <a:r>
              <a:rPr lang="zh-CN" altLang="en-US" sz="1800">
                <a:latin typeface="宋体" panose="02010600030101010101" pitchFamily="2" charset="-122"/>
              </a:rPr>
              <a:t>在图示的控制流图中，一组独立的路径是：</a:t>
            </a:r>
            <a:br>
              <a:rPr lang="zh-CN" altLang="en-US" sz="1800">
                <a:latin typeface="宋体" panose="02010600030101010101" pitchFamily="2" charset="-122"/>
              </a:rPr>
            </a:br>
            <a:r>
              <a:rPr lang="en-US" altLang="zh-CN" sz="1800">
                <a:latin typeface="宋体" panose="02010600030101010101" pitchFamily="2" charset="-122"/>
              </a:rPr>
              <a:t>path1：1 - 11</a:t>
            </a:r>
            <a:br>
              <a:rPr lang="en-US" altLang="zh-CN" sz="1800">
                <a:latin typeface="宋体" panose="02010600030101010101" pitchFamily="2" charset="-122"/>
              </a:rPr>
            </a:br>
            <a:r>
              <a:rPr lang="en-US" altLang="zh-CN" sz="1800">
                <a:latin typeface="宋体" panose="02010600030101010101" pitchFamily="2" charset="-122"/>
              </a:rPr>
              <a:t>path2：1 - 2 - 3 - 4 - 5 - 10 - 1 - 11</a:t>
            </a:r>
            <a:br>
              <a:rPr lang="en-US" altLang="zh-CN" sz="1800">
                <a:latin typeface="宋体" panose="02010600030101010101" pitchFamily="2" charset="-122"/>
              </a:rPr>
            </a:br>
            <a:r>
              <a:rPr lang="en-US" altLang="zh-CN" sz="1800">
                <a:latin typeface="宋体" panose="02010600030101010101" pitchFamily="2" charset="-122"/>
              </a:rPr>
              <a:t>path3：1 - 2 - 3 - 6 - 8 - 9 - 10 - 1 - 11</a:t>
            </a:r>
            <a:br>
              <a:rPr lang="en-US" altLang="zh-CN" sz="1800">
                <a:latin typeface="宋体" panose="02010600030101010101" pitchFamily="2" charset="-122"/>
              </a:rPr>
            </a:br>
            <a:r>
              <a:rPr lang="en-US" altLang="zh-CN" sz="1800">
                <a:latin typeface="宋体" panose="02010600030101010101" pitchFamily="2" charset="-122"/>
              </a:rPr>
              <a:t>path4：1 - 2 - 3 - 6 - 7 - 9 - 10 - 1 - 11</a:t>
            </a:r>
          </a:p>
          <a:p>
            <a:pPr eaLnBrk="1" hangingPunct="1">
              <a:lnSpc>
                <a:spcPct val="135000"/>
              </a:lnSpc>
            </a:pPr>
            <a:r>
              <a:rPr lang="zh-CN" altLang="en-US" sz="1800">
                <a:latin typeface="宋体" panose="02010600030101010101" pitchFamily="2" charset="-122"/>
              </a:rPr>
              <a:t>路径</a:t>
            </a:r>
            <a:r>
              <a:rPr lang="en-US" altLang="zh-CN" sz="1800">
                <a:latin typeface="宋体" panose="02010600030101010101" pitchFamily="2" charset="-122"/>
              </a:rPr>
              <a:t>1 - 2 - 3 - 4 - 5 - 10 - </a:t>
            </a:r>
            <a:r>
              <a:rPr lang="en-US" altLang="zh-CN" sz="1800">
                <a:solidFill>
                  <a:srgbClr val="FF0000"/>
                </a:solidFill>
                <a:latin typeface="宋体" panose="02010600030101010101" pitchFamily="2" charset="-122"/>
              </a:rPr>
              <a:t>1 - 2 - 3 - 6 - 8 - 9 - 10 - 1 – 11</a:t>
            </a:r>
            <a:r>
              <a:rPr lang="zh-CN" altLang="en-US" sz="1800">
                <a:latin typeface="宋体" panose="02010600030101010101" pitchFamily="2" charset="-122"/>
              </a:rPr>
              <a:t>不是独立路径。</a:t>
            </a:r>
            <a:endParaRPr lang="en-US" altLang="zh-CN" sz="1800">
              <a:latin typeface="宋体" panose="02010600030101010101" pitchFamily="2" charset="-122"/>
            </a:endParaRPr>
          </a:p>
          <a:p>
            <a:pPr eaLnBrk="1" hangingPunct="1">
              <a:lnSpc>
                <a:spcPct val="135000"/>
              </a:lnSpc>
            </a:pPr>
            <a:r>
              <a:rPr lang="zh-CN" altLang="en-US" sz="1800">
                <a:latin typeface="宋体" panose="02010600030101010101" pitchFamily="2" charset="-122"/>
              </a:rPr>
              <a:t>路径</a:t>
            </a:r>
            <a:r>
              <a:rPr lang="en-US" altLang="zh-CN" sz="1800">
                <a:latin typeface="宋体" panose="02010600030101010101" pitchFamily="2" charset="-122"/>
              </a:rPr>
              <a:t>1</a:t>
            </a:r>
            <a:r>
              <a:rPr lang="zh-CN" altLang="en-US" sz="1800">
                <a:latin typeface="宋体" panose="02010600030101010101" pitchFamily="2" charset="-122"/>
              </a:rPr>
              <a:t>、</a:t>
            </a:r>
            <a:r>
              <a:rPr lang="en-US" altLang="zh-CN" sz="1800">
                <a:latin typeface="宋体" panose="02010600030101010101" pitchFamily="2" charset="-122"/>
              </a:rPr>
              <a:t>2</a:t>
            </a:r>
            <a:r>
              <a:rPr lang="zh-CN" altLang="en-US" sz="1800">
                <a:latin typeface="宋体" panose="02010600030101010101" pitchFamily="2" charset="-122"/>
              </a:rPr>
              <a:t>、</a:t>
            </a:r>
            <a:r>
              <a:rPr lang="en-US" altLang="zh-CN" sz="1800">
                <a:latin typeface="宋体" panose="02010600030101010101" pitchFamily="2" charset="-122"/>
              </a:rPr>
              <a:t>3</a:t>
            </a:r>
            <a:r>
              <a:rPr lang="zh-CN" altLang="en-US" sz="1800">
                <a:latin typeface="宋体" panose="02010600030101010101" pitchFamily="2" charset="-122"/>
              </a:rPr>
              <a:t>和</a:t>
            </a:r>
            <a:r>
              <a:rPr lang="en-US" altLang="zh-CN" sz="1800">
                <a:latin typeface="宋体" panose="02010600030101010101" pitchFamily="2" charset="-122"/>
              </a:rPr>
              <a:t>4</a:t>
            </a:r>
            <a:r>
              <a:rPr lang="zh-CN" altLang="en-US" sz="1800">
                <a:latin typeface="宋体" panose="02010600030101010101" pitchFamily="2" charset="-122"/>
              </a:rPr>
              <a:t>构成流图的</a:t>
            </a:r>
            <a:r>
              <a:rPr lang="zh-CN" altLang="en-US" sz="1800">
                <a:solidFill>
                  <a:srgbClr val="FF0000"/>
                </a:solidFill>
                <a:latin typeface="宋体" panose="02010600030101010101" pitchFamily="2" charset="-122"/>
              </a:rPr>
              <a:t>基本集合</a:t>
            </a:r>
            <a:r>
              <a:rPr lang="zh-CN" altLang="en-US" sz="1800">
                <a:latin typeface="宋体" panose="02010600030101010101" pitchFamily="2" charset="-122"/>
              </a:rPr>
              <a:t>。</a:t>
            </a:r>
            <a:r>
              <a:rPr lang="zh-CN" altLang="en-US" sz="1800"/>
              <a:t>若设计测试强迫执行这些路径 </a:t>
            </a:r>
            <a:r>
              <a:rPr lang="en-US" altLang="zh-CN" sz="1800"/>
              <a:t>(</a:t>
            </a:r>
            <a:r>
              <a:rPr lang="zh-CN" altLang="en-US" sz="1800"/>
              <a:t>基本集合</a:t>
            </a:r>
            <a:r>
              <a:rPr lang="en-US" altLang="zh-CN" sz="1800"/>
              <a:t>)</a:t>
            </a:r>
            <a:r>
              <a:rPr lang="zh-CN" altLang="en-US" sz="1800"/>
              <a:t>，则可以保证程序中的</a:t>
            </a:r>
            <a:r>
              <a:rPr lang="zh-CN" altLang="en-US" sz="1800">
                <a:solidFill>
                  <a:srgbClr val="FF0000"/>
                </a:solidFill>
              </a:rPr>
              <a:t>每条语句</a:t>
            </a:r>
            <a:r>
              <a:rPr lang="zh-CN" altLang="en-US" sz="1800"/>
              <a:t>至少执行一次，且</a:t>
            </a:r>
            <a:r>
              <a:rPr lang="zh-CN" altLang="en-US" sz="1800">
                <a:solidFill>
                  <a:srgbClr val="FF0000"/>
                </a:solidFill>
              </a:rPr>
              <a:t>每个条件</a:t>
            </a:r>
            <a:r>
              <a:rPr lang="zh-CN" altLang="en-US" sz="1800"/>
              <a:t>的取真和取假都被执行。</a:t>
            </a:r>
          </a:p>
          <a:p>
            <a:pPr eaLnBrk="1" hangingPunct="1">
              <a:lnSpc>
                <a:spcPct val="135000"/>
              </a:lnSpc>
            </a:pPr>
            <a:r>
              <a:rPr lang="zh-CN" altLang="en-US" sz="1800"/>
              <a:t>基本集合不是唯一的。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amond(in)">
                                      <p:cBhvr>
                                        <p:cTn id="13" dur="2000"/>
                                        <p:tgtEl>
                                          <p:spTgt spid="5"/>
                                        </p:tgtEl>
                                      </p:cBhvr>
                                    </p:animEffect>
                                  </p:childTnLst>
                                </p:cTn>
                              </p:par>
                              <p:par>
                                <p:cTn id="14" presetID="8" presetClass="entr" presetSubtype="16"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amond(in)">
                                      <p:cBhvr>
                                        <p:cTn id="16" dur="2000"/>
                                        <p:tgtEl>
                                          <p:spTgt spid="6"/>
                                        </p:tgtEl>
                                      </p:cBhvr>
                                    </p:animEffect>
                                  </p:childTnLst>
                                </p:cTn>
                              </p:par>
                              <p:par>
                                <p:cTn id="17" presetID="8" presetClass="entr" presetSubtype="16"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diamond(in)">
                                      <p:cBhvr>
                                        <p:cTn id="19" dur="2000"/>
                                        <p:tgtEl>
                                          <p:spTgt spid="7"/>
                                        </p:tgtEl>
                                      </p:cBhvr>
                                    </p:animEffect>
                                  </p:childTnLst>
                                </p:cTn>
                              </p:par>
                              <p:par>
                                <p:cTn id="20" presetID="8"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amond(in)">
                                      <p:cBhvr>
                                        <p:cTn id="22" dur="2000"/>
                                        <p:tgtEl>
                                          <p:spTgt spid="8"/>
                                        </p:tgtEl>
                                      </p:cBhvr>
                                    </p:animEffect>
                                  </p:childTnLst>
                                </p:cTn>
                              </p:par>
                              <p:par>
                                <p:cTn id="23" presetID="8" presetClass="entr" presetSubtype="16"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diamond(in)">
                                      <p:cBhvr>
                                        <p:cTn id="25" dur="2000"/>
                                        <p:tgtEl>
                                          <p:spTgt spid="9"/>
                                        </p:tgtEl>
                                      </p:cBhvr>
                                    </p:animEffect>
                                  </p:childTnLst>
                                </p:cTn>
                              </p:par>
                              <p:par>
                                <p:cTn id="26" presetID="8" presetClass="entr" presetSubtype="16"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diamond(in)">
                                      <p:cBhvr>
                                        <p:cTn id="28" dur="2000"/>
                                        <p:tgtEl>
                                          <p:spTgt spid="10"/>
                                        </p:tgtEl>
                                      </p:cBhvr>
                                    </p:animEffect>
                                  </p:childTnLst>
                                </p:cTn>
                              </p:par>
                              <p:par>
                                <p:cTn id="29" presetID="8" presetClass="entr" presetSubtype="16"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diamond(in)">
                                      <p:cBhvr>
                                        <p:cTn id="31" dur="2000"/>
                                        <p:tgtEl>
                                          <p:spTgt spid="11"/>
                                        </p:tgtEl>
                                      </p:cBhvr>
                                    </p:animEffect>
                                  </p:childTnLst>
                                </p:cTn>
                              </p:par>
                              <p:par>
                                <p:cTn id="32" presetID="8" presetClass="entr" presetSubtype="16"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diamond(in)">
                                      <p:cBhvr>
                                        <p:cTn id="34" dur="2000"/>
                                        <p:tgtEl>
                                          <p:spTgt spid="12"/>
                                        </p:tgtEl>
                                      </p:cBhvr>
                                    </p:animEffect>
                                  </p:childTnLst>
                                </p:cTn>
                              </p:par>
                              <p:par>
                                <p:cTn id="35" presetID="8" presetClass="entr" presetSubtype="16"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diamond(in)">
                                      <p:cBhvr>
                                        <p:cTn id="37" dur="2000"/>
                                        <p:tgtEl>
                                          <p:spTgt spid="13"/>
                                        </p:tgtEl>
                                      </p:cBhvr>
                                    </p:animEffect>
                                  </p:childTnLst>
                                </p:cTn>
                              </p:par>
                              <p:par>
                                <p:cTn id="38" presetID="8" presetClass="entr" presetSubtype="16"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diamond(in)">
                                      <p:cBhvr>
                                        <p:cTn id="40" dur="2000"/>
                                        <p:tgtEl>
                                          <p:spTgt spid="14"/>
                                        </p:tgtEl>
                                      </p:cBhvr>
                                    </p:animEffect>
                                  </p:childTnLst>
                                </p:cTn>
                              </p:par>
                              <p:par>
                                <p:cTn id="41" presetID="8" presetClass="entr" presetSubtype="16"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diamond(in)">
                                      <p:cBhvr>
                                        <p:cTn id="43" dur="2000"/>
                                        <p:tgtEl>
                                          <p:spTgt spid="15"/>
                                        </p:tgtEl>
                                      </p:cBhvr>
                                    </p:animEffect>
                                  </p:childTnLst>
                                </p:cTn>
                              </p:par>
                              <p:par>
                                <p:cTn id="44" presetID="8" presetClass="entr" presetSubtype="16" fill="hold"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diamond(in)">
                                      <p:cBhvr>
                                        <p:cTn id="46" dur="2000"/>
                                        <p:tgtEl>
                                          <p:spTgt spid="16"/>
                                        </p:tgtEl>
                                      </p:cBhvr>
                                    </p:animEffect>
                                  </p:childTnLst>
                                </p:cTn>
                              </p:par>
                              <p:par>
                                <p:cTn id="47" presetID="8" presetClass="entr" presetSubtype="16"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diamond(in)">
                                      <p:cBhvr>
                                        <p:cTn id="49" dur="2000"/>
                                        <p:tgtEl>
                                          <p:spTgt spid="17"/>
                                        </p:tgtEl>
                                      </p:cBhvr>
                                    </p:animEffect>
                                  </p:childTnLst>
                                </p:cTn>
                              </p:par>
                              <p:par>
                                <p:cTn id="50" presetID="8" presetClass="entr" presetSubtype="16" fill="hold"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diamond(in)">
                                      <p:cBhvr>
                                        <p:cTn id="52" dur="2000"/>
                                        <p:tgtEl>
                                          <p:spTgt spid="18"/>
                                        </p:tgtEl>
                                      </p:cBhvr>
                                    </p:animEffect>
                                  </p:childTnLst>
                                </p:cTn>
                              </p:par>
                              <p:par>
                                <p:cTn id="53" presetID="8" presetClass="entr" presetSubtype="16"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diamond(in)">
                                      <p:cBhvr>
                                        <p:cTn id="55" dur="2000"/>
                                        <p:tgtEl>
                                          <p:spTgt spid="19"/>
                                        </p:tgtEl>
                                      </p:cBhvr>
                                    </p:animEffect>
                                  </p:childTnLst>
                                </p:cTn>
                              </p:par>
                              <p:par>
                                <p:cTn id="56" presetID="8" presetClass="entr" presetSubtype="16" fill="hold"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diamond(in)">
                                      <p:cBhvr>
                                        <p:cTn id="58" dur="2000"/>
                                        <p:tgtEl>
                                          <p:spTgt spid="20"/>
                                        </p:tgtEl>
                                      </p:cBhvr>
                                    </p:animEffect>
                                  </p:childTnLst>
                                </p:cTn>
                              </p:par>
                              <p:par>
                                <p:cTn id="59" presetID="8" presetClass="entr" presetSubtype="16" fill="hold"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diamond(in)">
                                      <p:cBhvr>
                                        <p:cTn id="61" dur="2000"/>
                                        <p:tgtEl>
                                          <p:spTgt spid="21"/>
                                        </p:tgtEl>
                                      </p:cBhvr>
                                    </p:animEffect>
                                  </p:childTnLst>
                                </p:cTn>
                              </p:par>
                              <p:par>
                                <p:cTn id="62" presetID="8" presetClass="entr" presetSubtype="16" fill="hold"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diamond(in)">
                                      <p:cBhvr>
                                        <p:cTn id="64" dur="2000"/>
                                        <p:tgtEl>
                                          <p:spTgt spid="22"/>
                                        </p:tgtEl>
                                      </p:cBhvr>
                                    </p:animEffect>
                                  </p:childTnLst>
                                </p:cTn>
                              </p:par>
                              <p:par>
                                <p:cTn id="65" presetID="8" presetClass="entr" presetSubtype="16" fill="hold"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diamond(in)">
                                      <p:cBhvr>
                                        <p:cTn id="67" dur="2000"/>
                                        <p:tgtEl>
                                          <p:spTgt spid="23"/>
                                        </p:tgtEl>
                                      </p:cBhvr>
                                    </p:animEffect>
                                  </p:childTnLst>
                                </p:cTn>
                              </p:par>
                              <p:par>
                                <p:cTn id="68" presetID="8" presetClass="entr" presetSubtype="16" fill="hold"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diamond(in)">
                                      <p:cBhvr>
                                        <p:cTn id="70" dur="2000"/>
                                        <p:tgtEl>
                                          <p:spTgt spid="24"/>
                                        </p:tgtEl>
                                      </p:cBhvr>
                                    </p:animEffect>
                                  </p:childTnLst>
                                </p:cTn>
                              </p:par>
                              <p:par>
                                <p:cTn id="71" presetID="8" presetClass="entr" presetSubtype="16" fill="hold" grpId="0" nodeType="withEffect">
                                  <p:stCondLst>
                                    <p:cond delay="0"/>
                                  </p:stCondLst>
                                  <p:childTnLst>
                                    <p:set>
                                      <p:cBhvr>
                                        <p:cTn id="72" dur="1" fill="hold">
                                          <p:stCondLst>
                                            <p:cond delay="0"/>
                                          </p:stCondLst>
                                        </p:cTn>
                                        <p:tgtEl>
                                          <p:spTgt spid="158744"/>
                                        </p:tgtEl>
                                        <p:attrNameLst>
                                          <p:attrName>style.visibility</p:attrName>
                                        </p:attrNameLst>
                                      </p:cBhvr>
                                      <p:to>
                                        <p:strVal val="visible"/>
                                      </p:to>
                                    </p:set>
                                    <p:animEffect transition="in" filter="diamond(in)">
                                      <p:cBhvr>
                                        <p:cTn id="73" dur="2000"/>
                                        <p:tgtEl>
                                          <p:spTgt spid="158744"/>
                                        </p:tgtEl>
                                      </p:cBhvr>
                                    </p:animEffect>
                                  </p:childTnLst>
                                </p:cTn>
                              </p:par>
                              <p:par>
                                <p:cTn id="74" presetID="8" presetClass="entr" presetSubtype="16" fill="hold" grpId="0" nodeType="withEffect">
                                  <p:stCondLst>
                                    <p:cond delay="0"/>
                                  </p:stCondLst>
                                  <p:childTnLst>
                                    <p:set>
                                      <p:cBhvr>
                                        <p:cTn id="75" dur="1" fill="hold">
                                          <p:stCondLst>
                                            <p:cond delay="0"/>
                                          </p:stCondLst>
                                        </p:cTn>
                                        <p:tgtEl>
                                          <p:spTgt spid="158745"/>
                                        </p:tgtEl>
                                        <p:attrNameLst>
                                          <p:attrName>style.visibility</p:attrName>
                                        </p:attrNameLst>
                                      </p:cBhvr>
                                      <p:to>
                                        <p:strVal val="visible"/>
                                      </p:to>
                                    </p:set>
                                    <p:animEffect transition="in" filter="diamond(in)">
                                      <p:cBhvr>
                                        <p:cTn id="76" dur="2000"/>
                                        <p:tgtEl>
                                          <p:spTgt spid="158745"/>
                                        </p:tgtEl>
                                      </p:cBhvr>
                                    </p:animEffect>
                                  </p:childTnLst>
                                </p:cTn>
                              </p:par>
                              <p:par>
                                <p:cTn id="77" presetID="8" presetClass="entr" presetSubtype="16" fill="hold" grpId="0" nodeType="withEffect">
                                  <p:stCondLst>
                                    <p:cond delay="0"/>
                                  </p:stCondLst>
                                  <p:childTnLst>
                                    <p:set>
                                      <p:cBhvr>
                                        <p:cTn id="78" dur="1" fill="hold">
                                          <p:stCondLst>
                                            <p:cond delay="0"/>
                                          </p:stCondLst>
                                        </p:cTn>
                                        <p:tgtEl>
                                          <p:spTgt spid="158746"/>
                                        </p:tgtEl>
                                        <p:attrNameLst>
                                          <p:attrName>style.visibility</p:attrName>
                                        </p:attrNameLst>
                                      </p:cBhvr>
                                      <p:to>
                                        <p:strVal val="visible"/>
                                      </p:to>
                                    </p:set>
                                    <p:animEffect transition="in" filter="diamond(in)">
                                      <p:cBhvr>
                                        <p:cTn id="79" dur="2000"/>
                                        <p:tgtEl>
                                          <p:spTgt spid="158746"/>
                                        </p:tgtEl>
                                      </p:cBhvr>
                                    </p:animEffect>
                                  </p:childTnLst>
                                </p:cTn>
                              </p:par>
                              <p:par>
                                <p:cTn id="80" presetID="8" presetClass="entr" presetSubtype="16" fill="hold" grpId="0" nodeType="withEffect">
                                  <p:stCondLst>
                                    <p:cond delay="0"/>
                                  </p:stCondLst>
                                  <p:childTnLst>
                                    <p:set>
                                      <p:cBhvr>
                                        <p:cTn id="81" dur="1" fill="hold">
                                          <p:stCondLst>
                                            <p:cond delay="0"/>
                                          </p:stCondLst>
                                        </p:cTn>
                                        <p:tgtEl>
                                          <p:spTgt spid="158747"/>
                                        </p:tgtEl>
                                        <p:attrNameLst>
                                          <p:attrName>style.visibility</p:attrName>
                                        </p:attrNameLst>
                                      </p:cBhvr>
                                      <p:to>
                                        <p:strVal val="visible"/>
                                      </p:to>
                                    </p:set>
                                    <p:animEffect transition="in" filter="diamond(in)">
                                      <p:cBhvr>
                                        <p:cTn id="82" dur="2000"/>
                                        <p:tgtEl>
                                          <p:spTgt spid="158747"/>
                                        </p:tgtEl>
                                      </p:cBhvr>
                                    </p:animEffect>
                                  </p:childTnLst>
                                </p:cTn>
                              </p:par>
                              <p:par>
                                <p:cTn id="83" presetID="8" presetClass="entr" presetSubtype="16" fill="hold" grpId="0" nodeType="withEffect">
                                  <p:stCondLst>
                                    <p:cond delay="0"/>
                                  </p:stCondLst>
                                  <p:childTnLst>
                                    <p:set>
                                      <p:cBhvr>
                                        <p:cTn id="84" dur="1" fill="hold">
                                          <p:stCondLst>
                                            <p:cond delay="0"/>
                                          </p:stCondLst>
                                        </p:cTn>
                                        <p:tgtEl>
                                          <p:spTgt spid="158748"/>
                                        </p:tgtEl>
                                        <p:attrNameLst>
                                          <p:attrName>style.visibility</p:attrName>
                                        </p:attrNameLst>
                                      </p:cBhvr>
                                      <p:to>
                                        <p:strVal val="visible"/>
                                      </p:to>
                                    </p:set>
                                    <p:animEffect transition="in" filter="diamond(in)">
                                      <p:cBhvr>
                                        <p:cTn id="85" dur="2000"/>
                                        <p:tgtEl>
                                          <p:spTgt spid="158748"/>
                                        </p:tgtEl>
                                      </p:cBhvr>
                                    </p:animEffect>
                                  </p:childTnLst>
                                </p:cTn>
                              </p:par>
                              <p:par>
                                <p:cTn id="86" presetID="8" presetClass="entr" presetSubtype="16" fill="hold" grpId="0" nodeType="withEffect">
                                  <p:stCondLst>
                                    <p:cond delay="0"/>
                                  </p:stCondLst>
                                  <p:childTnLst>
                                    <p:set>
                                      <p:cBhvr>
                                        <p:cTn id="87" dur="1" fill="hold">
                                          <p:stCondLst>
                                            <p:cond delay="0"/>
                                          </p:stCondLst>
                                        </p:cTn>
                                        <p:tgtEl>
                                          <p:spTgt spid="158749"/>
                                        </p:tgtEl>
                                        <p:attrNameLst>
                                          <p:attrName>style.visibility</p:attrName>
                                        </p:attrNameLst>
                                      </p:cBhvr>
                                      <p:to>
                                        <p:strVal val="visible"/>
                                      </p:to>
                                    </p:set>
                                    <p:animEffect transition="in" filter="diamond(in)">
                                      <p:cBhvr>
                                        <p:cTn id="88" dur="2000"/>
                                        <p:tgtEl>
                                          <p:spTgt spid="158749"/>
                                        </p:tgtEl>
                                      </p:cBhvr>
                                    </p:animEffect>
                                  </p:childTnLst>
                                </p:cTn>
                              </p:par>
                              <p:par>
                                <p:cTn id="89" presetID="8" presetClass="entr" presetSubtype="16" fill="hold" grpId="0" nodeType="withEffect">
                                  <p:stCondLst>
                                    <p:cond delay="0"/>
                                  </p:stCondLst>
                                  <p:childTnLst>
                                    <p:set>
                                      <p:cBhvr>
                                        <p:cTn id="90" dur="1" fill="hold">
                                          <p:stCondLst>
                                            <p:cond delay="0"/>
                                          </p:stCondLst>
                                        </p:cTn>
                                        <p:tgtEl>
                                          <p:spTgt spid="158750"/>
                                        </p:tgtEl>
                                        <p:attrNameLst>
                                          <p:attrName>style.visibility</p:attrName>
                                        </p:attrNameLst>
                                      </p:cBhvr>
                                      <p:to>
                                        <p:strVal val="visible"/>
                                      </p:to>
                                    </p:set>
                                    <p:animEffect transition="in" filter="diamond(in)">
                                      <p:cBhvr>
                                        <p:cTn id="91" dur="2000"/>
                                        <p:tgtEl>
                                          <p:spTgt spid="158750"/>
                                        </p:tgtEl>
                                      </p:cBhvr>
                                    </p:animEffect>
                                  </p:childTnLst>
                                </p:cTn>
                              </p:par>
                              <p:par>
                                <p:cTn id="92" presetID="8" presetClass="entr" presetSubtype="16" fill="hold" grpId="0" nodeType="withEffect">
                                  <p:stCondLst>
                                    <p:cond delay="0"/>
                                  </p:stCondLst>
                                  <p:childTnLst>
                                    <p:set>
                                      <p:cBhvr>
                                        <p:cTn id="93" dur="1" fill="hold">
                                          <p:stCondLst>
                                            <p:cond delay="0"/>
                                          </p:stCondLst>
                                        </p:cTn>
                                        <p:tgtEl>
                                          <p:spTgt spid="158751"/>
                                        </p:tgtEl>
                                        <p:attrNameLst>
                                          <p:attrName>style.visibility</p:attrName>
                                        </p:attrNameLst>
                                      </p:cBhvr>
                                      <p:to>
                                        <p:strVal val="visible"/>
                                      </p:to>
                                    </p:set>
                                    <p:animEffect transition="in" filter="diamond(in)">
                                      <p:cBhvr>
                                        <p:cTn id="94" dur="2000"/>
                                        <p:tgtEl>
                                          <p:spTgt spid="158751"/>
                                        </p:tgtEl>
                                      </p:cBhvr>
                                    </p:animEffect>
                                  </p:childTnLst>
                                </p:cTn>
                              </p:par>
                              <p:par>
                                <p:cTn id="95" presetID="8" presetClass="entr" presetSubtype="16" fill="hold" grpId="0" nodeType="withEffect">
                                  <p:stCondLst>
                                    <p:cond delay="0"/>
                                  </p:stCondLst>
                                  <p:childTnLst>
                                    <p:set>
                                      <p:cBhvr>
                                        <p:cTn id="96" dur="1" fill="hold">
                                          <p:stCondLst>
                                            <p:cond delay="0"/>
                                          </p:stCondLst>
                                        </p:cTn>
                                        <p:tgtEl>
                                          <p:spTgt spid="158752"/>
                                        </p:tgtEl>
                                        <p:attrNameLst>
                                          <p:attrName>style.visibility</p:attrName>
                                        </p:attrNameLst>
                                      </p:cBhvr>
                                      <p:to>
                                        <p:strVal val="visible"/>
                                      </p:to>
                                    </p:set>
                                    <p:animEffect transition="in" filter="diamond(in)">
                                      <p:cBhvr>
                                        <p:cTn id="97" dur="2000"/>
                                        <p:tgtEl>
                                          <p:spTgt spid="158752"/>
                                        </p:tgtEl>
                                      </p:cBhvr>
                                    </p:animEffect>
                                  </p:childTnLst>
                                </p:cTn>
                              </p:par>
                              <p:par>
                                <p:cTn id="98" presetID="8" presetClass="entr" presetSubtype="16" fill="hold" grpId="0" nodeType="withEffect">
                                  <p:stCondLst>
                                    <p:cond delay="0"/>
                                  </p:stCondLst>
                                  <p:childTnLst>
                                    <p:set>
                                      <p:cBhvr>
                                        <p:cTn id="99" dur="1" fill="hold">
                                          <p:stCondLst>
                                            <p:cond delay="0"/>
                                          </p:stCondLst>
                                        </p:cTn>
                                        <p:tgtEl>
                                          <p:spTgt spid="158753"/>
                                        </p:tgtEl>
                                        <p:attrNameLst>
                                          <p:attrName>style.visibility</p:attrName>
                                        </p:attrNameLst>
                                      </p:cBhvr>
                                      <p:to>
                                        <p:strVal val="visible"/>
                                      </p:to>
                                    </p:set>
                                    <p:animEffect transition="in" filter="diamond(in)">
                                      <p:cBhvr>
                                        <p:cTn id="100" dur="2000"/>
                                        <p:tgtEl>
                                          <p:spTgt spid="158753"/>
                                        </p:tgtEl>
                                      </p:cBhvr>
                                    </p:animEffect>
                                  </p:childTnLst>
                                </p:cTn>
                              </p:par>
                              <p:par>
                                <p:cTn id="101" presetID="8" presetClass="entr" presetSubtype="16" fill="hold" grpId="0" nodeType="withEffect">
                                  <p:stCondLst>
                                    <p:cond delay="0"/>
                                  </p:stCondLst>
                                  <p:childTnLst>
                                    <p:set>
                                      <p:cBhvr>
                                        <p:cTn id="102" dur="1" fill="hold">
                                          <p:stCondLst>
                                            <p:cond delay="0"/>
                                          </p:stCondLst>
                                        </p:cTn>
                                        <p:tgtEl>
                                          <p:spTgt spid="158754"/>
                                        </p:tgtEl>
                                        <p:attrNameLst>
                                          <p:attrName>style.visibility</p:attrName>
                                        </p:attrNameLst>
                                      </p:cBhvr>
                                      <p:to>
                                        <p:strVal val="visible"/>
                                      </p:to>
                                    </p:set>
                                    <p:animEffect transition="in" filter="diamond(in)">
                                      <p:cBhvr>
                                        <p:cTn id="103" dur="2000"/>
                                        <p:tgtEl>
                                          <p:spTgt spid="158754"/>
                                        </p:tgtEl>
                                      </p:cBhvr>
                                    </p:animEffect>
                                  </p:childTnLst>
                                </p:cTn>
                              </p:par>
                              <p:par>
                                <p:cTn id="104" presetID="8" presetClass="entr" presetSubtype="16" fill="hold" grpId="0" nodeType="withEffect">
                                  <p:stCondLst>
                                    <p:cond delay="0"/>
                                  </p:stCondLst>
                                  <p:childTnLst>
                                    <p:set>
                                      <p:cBhvr>
                                        <p:cTn id="105" dur="1" fill="hold">
                                          <p:stCondLst>
                                            <p:cond delay="0"/>
                                          </p:stCondLst>
                                        </p:cTn>
                                        <p:tgtEl>
                                          <p:spTgt spid="158755"/>
                                        </p:tgtEl>
                                        <p:attrNameLst>
                                          <p:attrName>style.visibility</p:attrName>
                                        </p:attrNameLst>
                                      </p:cBhvr>
                                      <p:to>
                                        <p:strVal val="visible"/>
                                      </p:to>
                                    </p:set>
                                    <p:animEffect transition="in" filter="diamond(in)">
                                      <p:cBhvr>
                                        <p:cTn id="106" dur="2000"/>
                                        <p:tgtEl>
                                          <p:spTgt spid="158755"/>
                                        </p:tgtEl>
                                      </p:cBhvr>
                                    </p:animEffect>
                                  </p:childTnLst>
                                </p:cTn>
                              </p:par>
                              <p:par>
                                <p:cTn id="107" presetID="8" presetClass="entr" presetSubtype="16" fill="hold" grpId="0" nodeType="withEffect">
                                  <p:stCondLst>
                                    <p:cond delay="0"/>
                                  </p:stCondLst>
                                  <p:childTnLst>
                                    <p:set>
                                      <p:cBhvr>
                                        <p:cTn id="108" dur="1" fill="hold">
                                          <p:stCondLst>
                                            <p:cond delay="0"/>
                                          </p:stCondLst>
                                        </p:cTn>
                                        <p:tgtEl>
                                          <p:spTgt spid="158756"/>
                                        </p:tgtEl>
                                        <p:attrNameLst>
                                          <p:attrName>style.visibility</p:attrName>
                                        </p:attrNameLst>
                                      </p:cBhvr>
                                      <p:to>
                                        <p:strVal val="visible"/>
                                      </p:to>
                                    </p:set>
                                    <p:animEffect transition="in" filter="diamond(in)">
                                      <p:cBhvr>
                                        <p:cTn id="109" dur="2000"/>
                                        <p:tgtEl>
                                          <p:spTgt spid="158756"/>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5" presetClass="entr" presetSubtype="10" fill="hold" nodeType="clickEffect">
                                  <p:stCondLst>
                                    <p:cond delay="0"/>
                                  </p:stCondLst>
                                  <p:childTnLst>
                                    <p:set>
                                      <p:cBhvr>
                                        <p:cTn id="113" dur="1" fill="hold">
                                          <p:stCondLst>
                                            <p:cond delay="0"/>
                                          </p:stCondLst>
                                        </p:cTn>
                                        <p:tgtEl>
                                          <p:spTgt spid="158757">
                                            <p:txEl>
                                              <p:pRg st="0" end="0"/>
                                            </p:txEl>
                                          </p:spTgt>
                                        </p:tgtEl>
                                        <p:attrNameLst>
                                          <p:attrName>style.visibility</p:attrName>
                                        </p:attrNameLst>
                                      </p:cBhvr>
                                      <p:to>
                                        <p:strVal val="visible"/>
                                      </p:to>
                                    </p:set>
                                    <p:animEffect transition="in" filter="checkerboard(across)">
                                      <p:cBhvr>
                                        <p:cTn id="114" dur="1000"/>
                                        <p:tgtEl>
                                          <p:spTgt spid="158757">
                                            <p:txEl>
                                              <p:pRg st="0" end="0"/>
                                            </p:txEl>
                                          </p:spTgt>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5" presetClass="entr" presetSubtype="10" fill="hold" nodeType="clickEffect">
                                  <p:stCondLst>
                                    <p:cond delay="0"/>
                                  </p:stCondLst>
                                  <p:childTnLst>
                                    <p:set>
                                      <p:cBhvr>
                                        <p:cTn id="118" dur="1" fill="hold">
                                          <p:stCondLst>
                                            <p:cond delay="0"/>
                                          </p:stCondLst>
                                        </p:cTn>
                                        <p:tgtEl>
                                          <p:spTgt spid="158757">
                                            <p:txEl>
                                              <p:pRg st="1" end="1"/>
                                            </p:txEl>
                                          </p:spTgt>
                                        </p:tgtEl>
                                        <p:attrNameLst>
                                          <p:attrName>style.visibility</p:attrName>
                                        </p:attrNameLst>
                                      </p:cBhvr>
                                      <p:to>
                                        <p:strVal val="visible"/>
                                      </p:to>
                                    </p:set>
                                    <p:animEffect transition="in" filter="checkerboard(across)">
                                      <p:cBhvr>
                                        <p:cTn id="119" dur="1000"/>
                                        <p:tgtEl>
                                          <p:spTgt spid="158757">
                                            <p:txEl>
                                              <p:pRg st="1" end="1"/>
                                            </p:txEl>
                                          </p:spTgt>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5" presetClass="entr" presetSubtype="10" fill="hold" nodeType="clickEffect">
                                  <p:stCondLst>
                                    <p:cond delay="0"/>
                                  </p:stCondLst>
                                  <p:childTnLst>
                                    <p:set>
                                      <p:cBhvr>
                                        <p:cTn id="123" dur="1" fill="hold">
                                          <p:stCondLst>
                                            <p:cond delay="0"/>
                                          </p:stCondLst>
                                        </p:cTn>
                                        <p:tgtEl>
                                          <p:spTgt spid="158757">
                                            <p:txEl>
                                              <p:pRg st="2" end="2"/>
                                            </p:txEl>
                                          </p:spTgt>
                                        </p:tgtEl>
                                        <p:attrNameLst>
                                          <p:attrName>style.visibility</p:attrName>
                                        </p:attrNameLst>
                                      </p:cBhvr>
                                      <p:to>
                                        <p:strVal val="visible"/>
                                      </p:to>
                                    </p:set>
                                    <p:animEffect transition="in" filter="checkerboard(across)">
                                      <p:cBhvr>
                                        <p:cTn id="124" dur="1000"/>
                                        <p:tgtEl>
                                          <p:spTgt spid="158757">
                                            <p:txEl>
                                              <p:pRg st="2" end="2"/>
                                            </p:txEl>
                                          </p:spTgt>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5" presetClass="entr" presetSubtype="10" fill="hold" nodeType="clickEffect">
                                  <p:stCondLst>
                                    <p:cond delay="0"/>
                                  </p:stCondLst>
                                  <p:childTnLst>
                                    <p:set>
                                      <p:cBhvr>
                                        <p:cTn id="128" dur="1" fill="hold">
                                          <p:stCondLst>
                                            <p:cond delay="0"/>
                                          </p:stCondLst>
                                        </p:cTn>
                                        <p:tgtEl>
                                          <p:spTgt spid="158757">
                                            <p:txEl>
                                              <p:pRg st="3" end="3"/>
                                            </p:txEl>
                                          </p:spTgt>
                                        </p:tgtEl>
                                        <p:attrNameLst>
                                          <p:attrName>style.visibility</p:attrName>
                                        </p:attrNameLst>
                                      </p:cBhvr>
                                      <p:to>
                                        <p:strVal val="visible"/>
                                      </p:to>
                                    </p:set>
                                    <p:animEffect transition="in" filter="checkerboard(across)">
                                      <p:cBhvr>
                                        <p:cTn id="129" dur="1000"/>
                                        <p:tgtEl>
                                          <p:spTgt spid="15875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animBg="1"/>
      <p:bldP spid="10" grpId="0" animBg="1"/>
      <p:bldP spid="11" grpId="0" animBg="1"/>
      <p:bldP spid="12" grpId="0" animBg="1"/>
      <p:bldP spid="13" grpId="0" animBg="1"/>
      <p:bldP spid="158744" grpId="0"/>
      <p:bldP spid="158745" grpId="0"/>
      <p:bldP spid="158746" grpId="0"/>
      <p:bldP spid="158747" grpId="0"/>
      <p:bldP spid="158748" grpId="0"/>
      <p:bldP spid="158749" grpId="0"/>
      <p:bldP spid="158750" grpId="0"/>
      <p:bldP spid="158751" grpId="0"/>
      <p:bldP spid="158752" grpId="0"/>
      <p:bldP spid="158753" grpId="0"/>
      <p:bldP spid="158754" grpId="0"/>
      <p:bldP spid="158755" grpId="0"/>
      <p:bldP spid="15875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2416987F-B4C8-BA30-101A-1600A8B56394}"/>
              </a:ext>
            </a:extLst>
          </p:cNvPr>
          <p:cNvSpPr>
            <a:spLocks noGrp="1" noChangeArrowheads="1"/>
          </p:cNvSpPr>
          <p:nvPr>
            <p:ph type="sldNum" sz="quarter" idx="12"/>
          </p:nvPr>
        </p:nvSpPr>
        <p:spPr>
          <a:ln/>
        </p:spPr>
        <p:txBody>
          <a:bodyPr/>
          <a:lstStyle/>
          <a:p>
            <a:pPr fontAlgn="base">
              <a:spcBef>
                <a:spcPct val="0"/>
              </a:spcBef>
              <a:spcAft>
                <a:spcPct val="0"/>
              </a:spcAft>
            </a:pPr>
            <a:fld id="{6D266836-04C1-45ED-B59F-E0CE69F601F2}" type="slidenum">
              <a:rPr kumimoji="1" lang="en-US" altLang="zh-CN">
                <a:solidFill>
                  <a:srgbClr val="000000"/>
                </a:solidFill>
                <a:ea typeface="宋体" panose="02010600030101010101" pitchFamily="2" charset="-122"/>
              </a:rPr>
              <a:pPr fontAlgn="base">
                <a:spcBef>
                  <a:spcPct val="0"/>
                </a:spcBef>
                <a:spcAft>
                  <a:spcPct val="0"/>
                </a:spcAft>
              </a:pPr>
              <a:t>11</a:t>
            </a:fld>
            <a:endParaRPr kumimoji="1" lang="en-US" altLang="zh-CN">
              <a:solidFill>
                <a:srgbClr val="000000"/>
              </a:solidFill>
              <a:ea typeface="宋体" panose="02010600030101010101" pitchFamily="2" charset="-122"/>
            </a:endParaRPr>
          </a:p>
        </p:txBody>
      </p:sp>
      <p:sp>
        <p:nvSpPr>
          <p:cNvPr id="159746" name="标题 1">
            <a:extLst>
              <a:ext uri="{FF2B5EF4-FFF2-40B4-BE49-F238E27FC236}">
                <a16:creationId xmlns:a16="http://schemas.microsoft.com/office/drawing/2014/main" id="{6F96A115-1D5C-499F-D3FE-35074AFCE0D8}"/>
              </a:ext>
            </a:extLst>
          </p:cNvPr>
          <p:cNvSpPr>
            <a:spLocks noGrp="1"/>
          </p:cNvSpPr>
          <p:nvPr>
            <p:ph type="title" idx="4294967295"/>
          </p:nvPr>
        </p:nvSpPr>
        <p:spPr/>
        <p:txBody>
          <a:bodyPr/>
          <a:lstStyle/>
          <a:p>
            <a:r>
              <a:rPr lang="zh-CN" altLang="en-US"/>
              <a:t>环路复杂性</a:t>
            </a:r>
          </a:p>
        </p:txBody>
      </p:sp>
      <p:sp>
        <p:nvSpPr>
          <p:cNvPr id="159747" name="Rectangle 3">
            <a:extLst>
              <a:ext uri="{FF2B5EF4-FFF2-40B4-BE49-F238E27FC236}">
                <a16:creationId xmlns:a16="http://schemas.microsoft.com/office/drawing/2014/main" id="{840E4474-F1F2-9BC0-0B20-7DB7D3471C44}"/>
              </a:ext>
            </a:extLst>
          </p:cNvPr>
          <p:cNvSpPr>
            <a:spLocks noGrp="1" noChangeArrowheads="1"/>
          </p:cNvSpPr>
          <p:nvPr>
            <p:ph idx="4294967295"/>
          </p:nvPr>
        </p:nvSpPr>
        <p:spPr>
          <a:xfrm>
            <a:off x="1992313" y="1423988"/>
            <a:ext cx="8229600" cy="4525962"/>
          </a:xfrm>
        </p:spPr>
        <p:txBody>
          <a:bodyPr/>
          <a:lstStyle/>
          <a:p>
            <a:pPr eaLnBrk="1" hangingPunct="1">
              <a:lnSpc>
                <a:spcPct val="150000"/>
              </a:lnSpc>
              <a:spcBef>
                <a:spcPct val="50000"/>
              </a:spcBef>
            </a:pPr>
            <a:r>
              <a:rPr lang="zh-CN" altLang="en-US" sz="2800">
                <a:latin typeface="宋体" panose="02010600030101010101" pitchFamily="2" charset="-122"/>
              </a:rPr>
              <a:t>程序的</a:t>
            </a:r>
            <a:r>
              <a:rPr lang="zh-CN" altLang="en-US" sz="2800">
                <a:solidFill>
                  <a:srgbClr val="FF0000"/>
                </a:solidFill>
                <a:latin typeface="宋体" panose="02010600030101010101" pitchFamily="2" charset="-122"/>
              </a:rPr>
              <a:t>环路复杂性</a:t>
            </a:r>
            <a:r>
              <a:rPr lang="zh-CN" altLang="en-US" sz="2800">
                <a:latin typeface="宋体" panose="02010600030101010101" pitchFamily="2" charset="-122"/>
              </a:rPr>
              <a:t>给出了程序基本路径集合的</a:t>
            </a:r>
            <a:r>
              <a:rPr lang="zh-CN" altLang="en-US" sz="2800">
                <a:solidFill>
                  <a:srgbClr val="FF0000"/>
                </a:solidFill>
                <a:latin typeface="宋体" panose="02010600030101010101" pitchFamily="2" charset="-122"/>
              </a:rPr>
              <a:t>独立路径条数</a:t>
            </a:r>
            <a:r>
              <a:rPr lang="zh-CN" altLang="en-US" sz="2800">
                <a:latin typeface="宋体" panose="02010600030101010101" pitchFamily="2" charset="-122"/>
              </a:rPr>
              <a:t>，这是确保程序中</a:t>
            </a:r>
            <a:r>
              <a:rPr lang="zh-CN" altLang="en-US" sz="2800">
                <a:solidFill>
                  <a:srgbClr val="FF0000"/>
                </a:solidFill>
                <a:latin typeface="宋体" panose="02010600030101010101" pitchFamily="2" charset="-122"/>
              </a:rPr>
              <a:t>每个可执行语句至少执行一次</a:t>
            </a:r>
            <a:r>
              <a:rPr lang="zh-CN" altLang="en-US" sz="2800">
                <a:latin typeface="宋体" panose="02010600030101010101" pitchFamily="2" charset="-122"/>
              </a:rPr>
              <a:t>所</a:t>
            </a:r>
            <a:r>
              <a:rPr lang="zh-CN" altLang="en-US" sz="2800">
                <a:solidFill>
                  <a:srgbClr val="FF0000"/>
                </a:solidFill>
                <a:latin typeface="宋体" panose="02010600030101010101" pitchFamily="2" charset="-122"/>
              </a:rPr>
              <a:t>必需</a:t>
            </a:r>
            <a:r>
              <a:rPr lang="zh-CN" altLang="en-US" sz="2800">
                <a:latin typeface="宋体" panose="02010600030101010101" pitchFamily="2" charset="-122"/>
              </a:rPr>
              <a:t>的</a:t>
            </a:r>
            <a:r>
              <a:rPr lang="zh-CN" altLang="en-US" sz="2800">
                <a:solidFill>
                  <a:srgbClr val="FF0000"/>
                </a:solidFill>
                <a:latin typeface="宋体" panose="02010600030101010101" pitchFamily="2" charset="-122"/>
              </a:rPr>
              <a:t>测试用例数目</a:t>
            </a:r>
            <a:r>
              <a:rPr lang="zh-CN" altLang="en-US" sz="2800">
                <a:latin typeface="宋体" panose="02010600030101010101" pitchFamily="2" charset="-122"/>
              </a:rPr>
              <a:t>的</a:t>
            </a:r>
            <a:r>
              <a:rPr lang="zh-CN" altLang="en-US" sz="2800">
                <a:solidFill>
                  <a:srgbClr val="FF0000"/>
                </a:solidFill>
                <a:latin typeface="宋体" panose="02010600030101010101" pitchFamily="2" charset="-122"/>
              </a:rPr>
              <a:t>上界</a:t>
            </a:r>
            <a:r>
              <a:rPr lang="zh-CN" altLang="en-US" sz="2800">
                <a:latin typeface="宋体" panose="02010600030101010101" pitchFamily="2" charset="-122"/>
              </a:rPr>
              <a:t>。</a:t>
            </a:r>
          </a:p>
          <a:p>
            <a:pPr eaLnBrk="1" hangingPunct="1">
              <a:lnSpc>
                <a:spcPct val="150000"/>
              </a:lnSpc>
              <a:spcBef>
                <a:spcPct val="50000"/>
              </a:spcBef>
            </a:pPr>
            <a:r>
              <a:rPr lang="zh-CN" altLang="en-US" sz="2800">
                <a:latin typeface="宋体" panose="02010600030101010101" pitchFamily="2" charset="-122"/>
              </a:rPr>
              <a:t>从流图来看，一条独立路径是至少包含有一条在其它独立路径中从未有过的边的路径。</a:t>
            </a:r>
            <a:endParaRPr lang="en-US" altLang="zh-CN" sz="2800">
              <a:latin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96122419-A830-4CA8-3BA2-9B6C956B8A9C}"/>
              </a:ext>
            </a:extLst>
          </p:cNvPr>
          <p:cNvSpPr>
            <a:spLocks noGrp="1" noChangeArrowheads="1"/>
          </p:cNvSpPr>
          <p:nvPr>
            <p:ph type="sldNum" sz="quarter" idx="12"/>
          </p:nvPr>
        </p:nvSpPr>
        <p:spPr>
          <a:ln/>
        </p:spPr>
        <p:txBody>
          <a:bodyPr/>
          <a:lstStyle/>
          <a:p>
            <a:pPr fontAlgn="base">
              <a:spcBef>
                <a:spcPct val="0"/>
              </a:spcBef>
              <a:spcAft>
                <a:spcPct val="0"/>
              </a:spcAft>
            </a:pPr>
            <a:fld id="{364E28BA-5612-4818-96F9-90166803D56F}" type="slidenum">
              <a:rPr kumimoji="1" lang="en-US" altLang="zh-CN">
                <a:solidFill>
                  <a:srgbClr val="000000"/>
                </a:solidFill>
                <a:ea typeface="宋体" panose="02010600030101010101" pitchFamily="2" charset="-122"/>
              </a:rPr>
              <a:pPr fontAlgn="base">
                <a:spcBef>
                  <a:spcPct val="0"/>
                </a:spcBef>
                <a:spcAft>
                  <a:spcPct val="0"/>
                </a:spcAft>
              </a:pPr>
              <a:t>12</a:t>
            </a:fld>
            <a:endParaRPr kumimoji="1" lang="en-US" altLang="zh-CN">
              <a:solidFill>
                <a:srgbClr val="000000"/>
              </a:solidFill>
              <a:ea typeface="宋体" panose="02010600030101010101" pitchFamily="2" charset="-122"/>
            </a:endParaRPr>
          </a:p>
        </p:txBody>
      </p:sp>
      <p:sp>
        <p:nvSpPr>
          <p:cNvPr id="160770" name="标题 1">
            <a:extLst>
              <a:ext uri="{FF2B5EF4-FFF2-40B4-BE49-F238E27FC236}">
                <a16:creationId xmlns:a16="http://schemas.microsoft.com/office/drawing/2014/main" id="{6DBE5997-3CFB-6A79-F0D8-4D35547ECE3C}"/>
              </a:ext>
            </a:extLst>
          </p:cNvPr>
          <p:cNvSpPr>
            <a:spLocks noGrp="1"/>
          </p:cNvSpPr>
          <p:nvPr>
            <p:ph type="title" idx="4294967295"/>
          </p:nvPr>
        </p:nvSpPr>
        <p:spPr/>
        <p:txBody>
          <a:bodyPr/>
          <a:lstStyle/>
          <a:p>
            <a:r>
              <a:rPr lang="zh-CN" altLang="en-US"/>
              <a:t>计算环路复杂性</a:t>
            </a:r>
          </a:p>
        </p:txBody>
      </p:sp>
      <p:sp>
        <p:nvSpPr>
          <p:cNvPr id="160771" name="内容占位符 2">
            <a:extLst>
              <a:ext uri="{FF2B5EF4-FFF2-40B4-BE49-F238E27FC236}">
                <a16:creationId xmlns:a16="http://schemas.microsoft.com/office/drawing/2014/main" id="{DD510E9D-7D9B-528D-992C-EBDE600734AE}"/>
              </a:ext>
            </a:extLst>
          </p:cNvPr>
          <p:cNvSpPr>
            <a:spLocks noGrp="1"/>
          </p:cNvSpPr>
          <p:nvPr>
            <p:ph idx="4294967295"/>
          </p:nvPr>
        </p:nvSpPr>
        <p:spPr>
          <a:xfrm>
            <a:off x="1919289" y="1052513"/>
            <a:ext cx="8302625" cy="5256212"/>
          </a:xfrm>
        </p:spPr>
        <p:txBody>
          <a:bodyPr/>
          <a:lstStyle/>
          <a:p>
            <a:pPr eaLnBrk="1" hangingPunct="1">
              <a:lnSpc>
                <a:spcPct val="150000"/>
              </a:lnSpc>
              <a:spcBef>
                <a:spcPct val="50000"/>
              </a:spcBef>
            </a:pPr>
            <a:r>
              <a:rPr lang="zh-CN" altLang="en-US" sz="2800"/>
              <a:t>环形复杂度计算的三种方法：</a:t>
            </a:r>
            <a:endParaRPr lang="en-US" altLang="zh-CN" sz="2800"/>
          </a:p>
          <a:p>
            <a:pPr marL="971550" lvl="1" indent="-514350" eaLnBrk="1" hangingPunct="1">
              <a:lnSpc>
                <a:spcPct val="150000"/>
              </a:lnSpc>
              <a:spcBef>
                <a:spcPct val="50000"/>
              </a:spcBef>
              <a:buFontTx/>
              <a:buAutoNum type="arabicPeriod"/>
            </a:pPr>
            <a:r>
              <a:rPr lang="zh-CN" altLang="en-US"/>
              <a:t>流图的</a:t>
            </a:r>
            <a:r>
              <a:rPr lang="zh-CN" altLang="en-US">
                <a:solidFill>
                  <a:srgbClr val="FF0000"/>
                </a:solidFill>
              </a:rPr>
              <a:t>区域数</a:t>
            </a:r>
            <a:r>
              <a:rPr lang="zh-CN" altLang="en-US"/>
              <a:t>量应该对应于环路复杂度 </a:t>
            </a:r>
            <a:r>
              <a:rPr lang="en-US" altLang="zh-CN"/>
              <a:t>V(G)</a:t>
            </a:r>
            <a:r>
              <a:rPr lang="zh-CN" altLang="en-US"/>
              <a:t>；</a:t>
            </a:r>
          </a:p>
          <a:p>
            <a:pPr marL="971550" lvl="1" indent="-514350" eaLnBrk="1" hangingPunct="1">
              <a:lnSpc>
                <a:spcPct val="150000"/>
              </a:lnSpc>
              <a:spcBef>
                <a:spcPct val="50000"/>
              </a:spcBef>
              <a:buFontTx/>
              <a:buAutoNum type="arabicPeriod"/>
            </a:pPr>
            <a:r>
              <a:rPr lang="zh-CN" altLang="en-US"/>
              <a:t>给定流图</a:t>
            </a:r>
            <a:r>
              <a:rPr lang="en-US" altLang="zh-CN"/>
              <a:t>G</a:t>
            </a:r>
            <a:r>
              <a:rPr lang="zh-CN" altLang="en-US"/>
              <a:t>的环路复杂度 </a:t>
            </a:r>
            <a:r>
              <a:rPr lang="en-US" altLang="zh-CN"/>
              <a:t>V(G)</a:t>
            </a:r>
            <a:r>
              <a:rPr lang="zh-CN" altLang="en-US"/>
              <a:t>定义为：</a:t>
            </a:r>
            <a:r>
              <a:rPr lang="en-US" altLang="zh-CN">
                <a:solidFill>
                  <a:srgbClr val="FF0000"/>
                </a:solidFill>
              </a:rPr>
              <a:t>V(G) = E – N + 2 </a:t>
            </a:r>
          </a:p>
          <a:p>
            <a:pPr marL="1371600" lvl="2" indent="-514350" eaLnBrk="1" hangingPunct="1">
              <a:lnSpc>
                <a:spcPct val="150000"/>
              </a:lnSpc>
              <a:spcBef>
                <a:spcPct val="50000"/>
              </a:spcBef>
            </a:pPr>
            <a:r>
              <a:rPr lang="zh-CN" altLang="en-US"/>
              <a:t>其中：</a:t>
            </a:r>
            <a:r>
              <a:rPr lang="en-US" altLang="zh-CN"/>
              <a:t>E</a:t>
            </a:r>
            <a:r>
              <a:rPr lang="zh-CN" altLang="en-US"/>
              <a:t>为流图中的边数量，</a:t>
            </a:r>
            <a:r>
              <a:rPr lang="en-US" altLang="zh-CN"/>
              <a:t>N</a:t>
            </a:r>
            <a:r>
              <a:rPr lang="zh-CN" altLang="en-US"/>
              <a:t>为流图中的节点数量</a:t>
            </a:r>
            <a:endParaRPr lang="en-US" altLang="zh-CN">
              <a:solidFill>
                <a:srgbClr val="FF0000"/>
              </a:solidFill>
            </a:endParaRPr>
          </a:p>
          <a:p>
            <a:pPr marL="971550" lvl="1" indent="-514350" eaLnBrk="1" hangingPunct="1">
              <a:lnSpc>
                <a:spcPct val="150000"/>
              </a:lnSpc>
              <a:spcBef>
                <a:spcPct val="50000"/>
              </a:spcBef>
              <a:buFontTx/>
              <a:buAutoNum type="arabicPeriod"/>
            </a:pPr>
            <a:r>
              <a:rPr lang="zh-CN" altLang="en-US"/>
              <a:t>给定流图</a:t>
            </a:r>
            <a:r>
              <a:rPr lang="en-US" altLang="zh-CN"/>
              <a:t>G</a:t>
            </a:r>
            <a:r>
              <a:rPr lang="zh-CN" altLang="en-US"/>
              <a:t>的环路复杂度 </a:t>
            </a:r>
            <a:r>
              <a:rPr lang="en-US" altLang="zh-CN"/>
              <a:t>V(G)</a:t>
            </a:r>
            <a:r>
              <a:rPr lang="zh-CN" altLang="en-US"/>
              <a:t>也可以定义为：</a:t>
            </a:r>
            <a:endParaRPr lang="en-US" altLang="zh-CN"/>
          </a:p>
          <a:p>
            <a:pPr marL="1371600" lvl="2" indent="-514350" eaLnBrk="1" hangingPunct="1">
              <a:lnSpc>
                <a:spcPct val="150000"/>
              </a:lnSpc>
              <a:spcBef>
                <a:spcPct val="50000"/>
              </a:spcBef>
            </a:pPr>
            <a:r>
              <a:rPr lang="en-US" altLang="zh-CN">
                <a:solidFill>
                  <a:srgbClr val="FF0000"/>
                </a:solidFill>
              </a:rPr>
              <a:t>V(G) = P + 1</a:t>
            </a:r>
            <a:r>
              <a:rPr lang="zh-CN" altLang="en-US">
                <a:solidFill>
                  <a:srgbClr val="FF0000"/>
                </a:solidFill>
              </a:rPr>
              <a:t>，</a:t>
            </a:r>
            <a:r>
              <a:rPr lang="zh-CN" altLang="en-US"/>
              <a:t>其中：</a:t>
            </a:r>
            <a:r>
              <a:rPr lang="en-US" altLang="zh-CN"/>
              <a:t>P</a:t>
            </a:r>
            <a:r>
              <a:rPr lang="zh-CN" altLang="en-US"/>
              <a:t>为流图中的判断节点数量；</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60771">
                                            <p:txEl>
                                              <p:pRg st="1" end="1"/>
                                            </p:txEl>
                                          </p:spTgt>
                                        </p:tgtEl>
                                        <p:attrNameLst>
                                          <p:attrName>style.visibility</p:attrName>
                                        </p:attrNameLst>
                                      </p:cBhvr>
                                      <p:to>
                                        <p:strVal val="visible"/>
                                      </p:to>
                                    </p:set>
                                    <p:animEffect transition="in" filter="wipe(down)">
                                      <p:cBhvr>
                                        <p:cTn id="7" dur="1000"/>
                                        <p:tgtEl>
                                          <p:spTgt spid="16077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60771">
                                            <p:txEl>
                                              <p:pRg st="2" end="2"/>
                                            </p:txEl>
                                          </p:spTgt>
                                        </p:tgtEl>
                                        <p:attrNameLst>
                                          <p:attrName>style.visibility</p:attrName>
                                        </p:attrNameLst>
                                      </p:cBhvr>
                                      <p:to>
                                        <p:strVal val="visible"/>
                                      </p:to>
                                    </p:set>
                                    <p:animEffect transition="in" filter="wipe(down)">
                                      <p:cBhvr>
                                        <p:cTn id="12" dur="1000"/>
                                        <p:tgtEl>
                                          <p:spTgt spid="16077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160771">
                                            <p:txEl>
                                              <p:pRg st="3" end="3"/>
                                            </p:txEl>
                                          </p:spTgt>
                                        </p:tgtEl>
                                        <p:attrNameLst>
                                          <p:attrName>style.visibility</p:attrName>
                                        </p:attrNameLst>
                                      </p:cBhvr>
                                      <p:to>
                                        <p:strVal val="visible"/>
                                      </p:to>
                                    </p:set>
                                    <p:animEffect transition="in" filter="wipe(down)">
                                      <p:cBhvr>
                                        <p:cTn id="17" dur="1000"/>
                                        <p:tgtEl>
                                          <p:spTgt spid="160771">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160771">
                                            <p:txEl>
                                              <p:pRg st="4" end="4"/>
                                            </p:txEl>
                                          </p:spTgt>
                                        </p:tgtEl>
                                        <p:attrNameLst>
                                          <p:attrName>style.visibility</p:attrName>
                                        </p:attrNameLst>
                                      </p:cBhvr>
                                      <p:to>
                                        <p:strVal val="visible"/>
                                      </p:to>
                                    </p:set>
                                    <p:animEffect transition="in" filter="wipe(down)">
                                      <p:cBhvr>
                                        <p:cTn id="22" dur="1000"/>
                                        <p:tgtEl>
                                          <p:spTgt spid="160771">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160771">
                                            <p:txEl>
                                              <p:pRg st="5" end="5"/>
                                            </p:txEl>
                                          </p:spTgt>
                                        </p:tgtEl>
                                        <p:attrNameLst>
                                          <p:attrName>style.visibility</p:attrName>
                                        </p:attrNameLst>
                                      </p:cBhvr>
                                      <p:to>
                                        <p:strVal val="visible"/>
                                      </p:to>
                                    </p:set>
                                    <p:animEffect transition="in" filter="wipe(down)">
                                      <p:cBhvr>
                                        <p:cTn id="27" dur="1000"/>
                                        <p:tgtEl>
                                          <p:spTgt spid="16077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B0AB1661-13C0-383B-7818-C3DE2F89F1BD}"/>
              </a:ext>
            </a:extLst>
          </p:cNvPr>
          <p:cNvSpPr>
            <a:spLocks noGrp="1" noChangeArrowheads="1"/>
          </p:cNvSpPr>
          <p:nvPr>
            <p:ph type="sldNum" sz="quarter" idx="12"/>
          </p:nvPr>
        </p:nvSpPr>
        <p:spPr>
          <a:ln/>
        </p:spPr>
        <p:txBody>
          <a:bodyPr/>
          <a:lstStyle/>
          <a:p>
            <a:pPr fontAlgn="base">
              <a:spcBef>
                <a:spcPct val="0"/>
              </a:spcBef>
              <a:spcAft>
                <a:spcPct val="0"/>
              </a:spcAft>
            </a:pPr>
            <a:fld id="{B414AFAB-915E-4FA8-B2F0-831CC3208039}" type="slidenum">
              <a:rPr kumimoji="1" lang="en-US" altLang="zh-CN">
                <a:solidFill>
                  <a:srgbClr val="000000"/>
                </a:solidFill>
                <a:ea typeface="宋体" panose="02010600030101010101" pitchFamily="2" charset="-122"/>
              </a:rPr>
              <a:pPr fontAlgn="base">
                <a:spcBef>
                  <a:spcPct val="0"/>
                </a:spcBef>
                <a:spcAft>
                  <a:spcPct val="0"/>
                </a:spcAft>
              </a:pPr>
              <a:t>13</a:t>
            </a:fld>
            <a:endParaRPr kumimoji="1" lang="en-US" altLang="zh-CN">
              <a:solidFill>
                <a:srgbClr val="000000"/>
              </a:solidFill>
              <a:ea typeface="宋体" panose="02010600030101010101" pitchFamily="2" charset="-122"/>
            </a:endParaRPr>
          </a:p>
        </p:txBody>
      </p:sp>
      <p:sp>
        <p:nvSpPr>
          <p:cNvPr id="13314" name="Rectangle 2">
            <a:extLst>
              <a:ext uri="{FF2B5EF4-FFF2-40B4-BE49-F238E27FC236}">
                <a16:creationId xmlns:a16="http://schemas.microsoft.com/office/drawing/2014/main" id="{CDC81EDA-A3E6-349F-60DE-524A99AD75B3}"/>
              </a:ext>
            </a:extLst>
          </p:cNvPr>
          <p:cNvSpPr>
            <a:spLocks noGrp="1" noChangeArrowheads="1"/>
          </p:cNvSpPr>
          <p:nvPr>
            <p:ph type="title" idx="4294967295"/>
          </p:nvPr>
        </p:nvSpPr>
        <p:spPr>
          <a:xfrm>
            <a:off x="1919288" y="260351"/>
            <a:ext cx="7772400" cy="720725"/>
          </a:xfrm>
        </p:spPr>
        <p:txBody>
          <a:bodyPr/>
          <a:lstStyle/>
          <a:p>
            <a:pPr eaLnBrk="1" hangingPunct="1"/>
            <a:r>
              <a:rPr lang="zh-CN" altLang="en-US"/>
              <a:t>导出测试用例步骤</a:t>
            </a:r>
          </a:p>
        </p:txBody>
      </p:sp>
      <p:sp>
        <p:nvSpPr>
          <p:cNvPr id="13315" name="Rectangle 3">
            <a:extLst>
              <a:ext uri="{FF2B5EF4-FFF2-40B4-BE49-F238E27FC236}">
                <a16:creationId xmlns:a16="http://schemas.microsoft.com/office/drawing/2014/main" id="{3EFF4962-B7C6-6D8C-3D55-9BE29466B834}"/>
              </a:ext>
            </a:extLst>
          </p:cNvPr>
          <p:cNvSpPr>
            <a:spLocks noGrp="1" noChangeArrowheads="1"/>
          </p:cNvSpPr>
          <p:nvPr>
            <p:ph idx="4294967295"/>
          </p:nvPr>
        </p:nvSpPr>
        <p:spPr>
          <a:xfrm>
            <a:off x="1919288" y="1268413"/>
            <a:ext cx="8424862" cy="4830762"/>
          </a:xfrm>
        </p:spPr>
        <p:txBody>
          <a:bodyPr/>
          <a:lstStyle/>
          <a:p>
            <a:pPr eaLnBrk="1" hangingPunct="1">
              <a:lnSpc>
                <a:spcPct val="150000"/>
              </a:lnSpc>
              <a:spcBef>
                <a:spcPct val="50000"/>
              </a:spcBef>
            </a:pPr>
            <a:r>
              <a:rPr lang="en-US" altLang="zh-CN"/>
              <a:t>1. </a:t>
            </a:r>
            <a:r>
              <a:rPr lang="zh-CN" altLang="en-US"/>
              <a:t>以设计或源代码为基础，画出相应的</a:t>
            </a:r>
            <a:r>
              <a:rPr lang="zh-CN" altLang="en-US">
                <a:solidFill>
                  <a:schemeClr val="accent2"/>
                </a:solidFill>
              </a:rPr>
              <a:t>流图：</a:t>
            </a:r>
          </a:p>
          <a:p>
            <a:pPr lvl="1" eaLnBrk="1" hangingPunct="1">
              <a:lnSpc>
                <a:spcPct val="150000"/>
              </a:lnSpc>
              <a:spcBef>
                <a:spcPct val="50000"/>
              </a:spcBef>
            </a:pPr>
            <a:r>
              <a:rPr lang="zh-CN" altLang="en-US" sz="2200">
                <a:solidFill>
                  <a:schemeClr val="accent2"/>
                </a:solidFill>
              </a:rPr>
              <a:t>★ 合并</a:t>
            </a:r>
            <a:r>
              <a:rPr lang="zh-CN" altLang="en-US" sz="2200"/>
              <a:t>顺序执行的语句；</a:t>
            </a:r>
          </a:p>
          <a:p>
            <a:pPr lvl="1" eaLnBrk="1" hangingPunct="1">
              <a:lnSpc>
                <a:spcPct val="150000"/>
              </a:lnSpc>
              <a:spcBef>
                <a:spcPct val="50000"/>
              </a:spcBef>
            </a:pPr>
            <a:r>
              <a:rPr lang="zh-CN" altLang="en-US" sz="2200">
                <a:solidFill>
                  <a:srgbClr val="FF0000"/>
                </a:solidFill>
              </a:rPr>
              <a:t>★ 分离判定语句</a:t>
            </a:r>
            <a:r>
              <a:rPr lang="zh-CN" altLang="en-US" sz="2200"/>
              <a:t>中的</a:t>
            </a:r>
            <a:r>
              <a:rPr lang="zh-CN" altLang="en-US" sz="2200">
                <a:solidFill>
                  <a:srgbClr val="FF0000"/>
                </a:solidFill>
              </a:rPr>
              <a:t>不同条件</a:t>
            </a:r>
            <a:r>
              <a:rPr lang="zh-CN" altLang="en-US" sz="2200"/>
              <a:t>；</a:t>
            </a:r>
          </a:p>
          <a:p>
            <a:pPr eaLnBrk="1" hangingPunct="1">
              <a:lnSpc>
                <a:spcPct val="150000"/>
              </a:lnSpc>
              <a:spcBef>
                <a:spcPct val="50000"/>
              </a:spcBef>
            </a:pPr>
            <a:r>
              <a:rPr lang="en-US" altLang="zh-CN"/>
              <a:t>2. </a:t>
            </a:r>
            <a:r>
              <a:rPr lang="zh-CN" altLang="en-US"/>
              <a:t>确定所得流图的</a:t>
            </a:r>
            <a:r>
              <a:rPr lang="zh-CN" altLang="en-US">
                <a:solidFill>
                  <a:schemeClr val="accent2"/>
                </a:solidFill>
              </a:rPr>
              <a:t>环复杂性：</a:t>
            </a:r>
            <a:r>
              <a:rPr lang="zh-CN" altLang="en-US"/>
              <a:t>确定线性独立路径的数量；</a:t>
            </a:r>
          </a:p>
          <a:p>
            <a:pPr eaLnBrk="1" hangingPunct="1">
              <a:lnSpc>
                <a:spcPct val="150000"/>
              </a:lnSpc>
              <a:spcBef>
                <a:spcPct val="50000"/>
              </a:spcBef>
            </a:pPr>
            <a:r>
              <a:rPr lang="en-US" altLang="zh-CN"/>
              <a:t>3. </a:t>
            </a:r>
            <a:r>
              <a:rPr lang="zh-CN" altLang="en-US"/>
              <a:t>确定</a:t>
            </a:r>
            <a:r>
              <a:rPr lang="zh-CN" altLang="en-US">
                <a:solidFill>
                  <a:schemeClr val="accent2"/>
                </a:solidFill>
              </a:rPr>
              <a:t>独立路径的基本集合；</a:t>
            </a:r>
          </a:p>
          <a:p>
            <a:pPr eaLnBrk="1" hangingPunct="1">
              <a:lnSpc>
                <a:spcPct val="150000"/>
              </a:lnSpc>
              <a:spcBef>
                <a:spcPct val="50000"/>
              </a:spcBef>
            </a:pPr>
            <a:r>
              <a:rPr lang="en-US" altLang="zh-CN"/>
              <a:t>4. </a:t>
            </a:r>
            <a:r>
              <a:rPr lang="zh-CN" altLang="en-US"/>
              <a:t>准备</a:t>
            </a:r>
            <a:r>
              <a:rPr lang="zh-CN" altLang="en-US">
                <a:solidFill>
                  <a:schemeClr val="accent2"/>
                </a:solidFill>
              </a:rPr>
              <a:t>测试用例集，</a:t>
            </a:r>
            <a:r>
              <a:rPr lang="zh-CN" altLang="en-US">
                <a:solidFill>
                  <a:srgbClr val="FF0000"/>
                </a:solidFill>
              </a:rPr>
              <a:t>强制执行</a:t>
            </a:r>
            <a:r>
              <a:rPr lang="zh-CN" altLang="en-US"/>
              <a:t>基本集合中的</a:t>
            </a:r>
            <a:r>
              <a:rPr lang="zh-CN" altLang="en-US">
                <a:solidFill>
                  <a:srgbClr val="FF0000"/>
                </a:solidFill>
              </a:rPr>
              <a:t>每条路径；</a:t>
            </a:r>
            <a:endParaRPr lang="zh-CN" altLang="en-US">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box(in)">
                                      <p:cBhvr>
                                        <p:cTn id="7" dur="1000"/>
                                        <p:tgtEl>
                                          <p:spTgt spid="133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3315">
                                            <p:txEl>
                                              <p:pRg st="1" end="1"/>
                                            </p:txEl>
                                          </p:spTgt>
                                        </p:tgtEl>
                                        <p:attrNameLst>
                                          <p:attrName>style.visibility</p:attrName>
                                        </p:attrNameLst>
                                      </p:cBhvr>
                                      <p:to>
                                        <p:strVal val="visible"/>
                                      </p:to>
                                    </p:set>
                                    <p:animEffect transition="in" filter="box(in)">
                                      <p:cBhvr>
                                        <p:cTn id="12" dur="1000"/>
                                        <p:tgtEl>
                                          <p:spTgt spid="133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3315">
                                            <p:txEl>
                                              <p:pRg st="2" end="2"/>
                                            </p:txEl>
                                          </p:spTgt>
                                        </p:tgtEl>
                                        <p:attrNameLst>
                                          <p:attrName>style.visibility</p:attrName>
                                        </p:attrNameLst>
                                      </p:cBhvr>
                                      <p:to>
                                        <p:strVal val="visible"/>
                                      </p:to>
                                    </p:set>
                                    <p:animEffect transition="in" filter="box(in)">
                                      <p:cBhvr>
                                        <p:cTn id="17" dur="1000"/>
                                        <p:tgtEl>
                                          <p:spTgt spid="133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3315">
                                            <p:txEl>
                                              <p:pRg st="3" end="3"/>
                                            </p:txEl>
                                          </p:spTgt>
                                        </p:tgtEl>
                                        <p:attrNameLst>
                                          <p:attrName>style.visibility</p:attrName>
                                        </p:attrNameLst>
                                      </p:cBhvr>
                                      <p:to>
                                        <p:strVal val="visible"/>
                                      </p:to>
                                    </p:set>
                                    <p:animEffect transition="in" filter="box(in)">
                                      <p:cBhvr>
                                        <p:cTn id="22" dur="1000"/>
                                        <p:tgtEl>
                                          <p:spTgt spid="1331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13315">
                                            <p:txEl>
                                              <p:pRg st="4" end="4"/>
                                            </p:txEl>
                                          </p:spTgt>
                                        </p:tgtEl>
                                        <p:attrNameLst>
                                          <p:attrName>style.visibility</p:attrName>
                                        </p:attrNameLst>
                                      </p:cBhvr>
                                      <p:to>
                                        <p:strVal val="visible"/>
                                      </p:to>
                                    </p:set>
                                    <p:animEffect transition="in" filter="box(in)">
                                      <p:cBhvr>
                                        <p:cTn id="27" dur="1000"/>
                                        <p:tgtEl>
                                          <p:spTgt spid="1331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13315">
                                            <p:txEl>
                                              <p:pRg st="5" end="5"/>
                                            </p:txEl>
                                          </p:spTgt>
                                        </p:tgtEl>
                                        <p:attrNameLst>
                                          <p:attrName>style.visibility</p:attrName>
                                        </p:attrNameLst>
                                      </p:cBhvr>
                                      <p:to>
                                        <p:strVal val="visible"/>
                                      </p:to>
                                    </p:set>
                                    <p:animEffect transition="in" filter="box(in)">
                                      <p:cBhvr>
                                        <p:cTn id="32" dur="1000"/>
                                        <p:tgtEl>
                                          <p:spTgt spid="133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EAC35603-20DF-1E33-2BBD-82A163B4B61F}"/>
              </a:ext>
            </a:extLst>
          </p:cNvPr>
          <p:cNvSpPr>
            <a:spLocks noGrp="1" noChangeArrowheads="1"/>
          </p:cNvSpPr>
          <p:nvPr>
            <p:ph type="sldNum" sz="quarter" idx="12"/>
          </p:nvPr>
        </p:nvSpPr>
        <p:spPr>
          <a:ln/>
        </p:spPr>
        <p:txBody>
          <a:bodyPr/>
          <a:lstStyle/>
          <a:p>
            <a:pPr fontAlgn="base">
              <a:spcBef>
                <a:spcPct val="0"/>
              </a:spcBef>
              <a:spcAft>
                <a:spcPct val="0"/>
              </a:spcAft>
            </a:pPr>
            <a:fld id="{936A6DFE-B350-44E4-B349-6D8CF122AA29}" type="slidenum">
              <a:rPr kumimoji="1" lang="en-US" altLang="zh-CN">
                <a:solidFill>
                  <a:srgbClr val="000000"/>
                </a:solidFill>
                <a:ea typeface="宋体" panose="02010600030101010101" pitchFamily="2" charset="-122"/>
              </a:rPr>
              <a:pPr fontAlgn="base">
                <a:spcBef>
                  <a:spcPct val="0"/>
                </a:spcBef>
                <a:spcAft>
                  <a:spcPct val="0"/>
                </a:spcAft>
              </a:pPr>
              <a:t>14</a:t>
            </a:fld>
            <a:endParaRPr kumimoji="1" lang="en-US" altLang="zh-CN">
              <a:solidFill>
                <a:srgbClr val="000000"/>
              </a:solidFill>
              <a:ea typeface="宋体" panose="02010600030101010101" pitchFamily="2" charset="-122"/>
            </a:endParaRPr>
          </a:p>
        </p:txBody>
      </p:sp>
      <p:pic>
        <p:nvPicPr>
          <p:cNvPr id="162818" name="Picture 1028">
            <a:extLst>
              <a:ext uri="{FF2B5EF4-FFF2-40B4-BE49-F238E27FC236}">
                <a16:creationId xmlns:a16="http://schemas.microsoft.com/office/drawing/2014/main" id="{3C4BF373-A334-C289-B3AB-7F9E1662BB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7350" y="333376"/>
            <a:ext cx="5976938" cy="622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5D7DDA15-A9F1-7D23-56BC-15453794A346}"/>
              </a:ext>
            </a:extLst>
          </p:cNvPr>
          <p:cNvSpPr>
            <a:spLocks noGrp="1" noChangeArrowheads="1"/>
          </p:cNvSpPr>
          <p:nvPr>
            <p:ph type="sldNum" sz="quarter" idx="12"/>
          </p:nvPr>
        </p:nvSpPr>
        <p:spPr>
          <a:ln/>
        </p:spPr>
        <p:txBody>
          <a:bodyPr/>
          <a:lstStyle/>
          <a:p>
            <a:pPr fontAlgn="base">
              <a:spcBef>
                <a:spcPct val="0"/>
              </a:spcBef>
              <a:spcAft>
                <a:spcPct val="0"/>
              </a:spcAft>
            </a:pPr>
            <a:fld id="{421E7B88-C450-4EF3-8C5A-4A08191F4F2F}" type="slidenum">
              <a:rPr kumimoji="1" lang="en-US" altLang="zh-CN">
                <a:solidFill>
                  <a:srgbClr val="000000"/>
                </a:solidFill>
                <a:ea typeface="宋体" panose="02010600030101010101" pitchFamily="2" charset="-122"/>
              </a:rPr>
              <a:pPr fontAlgn="base">
                <a:spcBef>
                  <a:spcPct val="0"/>
                </a:spcBef>
                <a:spcAft>
                  <a:spcPct val="0"/>
                </a:spcAft>
              </a:pPr>
              <a:t>15</a:t>
            </a:fld>
            <a:endParaRPr kumimoji="1" lang="en-US" altLang="zh-CN">
              <a:solidFill>
                <a:srgbClr val="000000"/>
              </a:solidFill>
              <a:ea typeface="宋体" panose="02010600030101010101" pitchFamily="2" charset="-122"/>
            </a:endParaRPr>
          </a:p>
        </p:txBody>
      </p:sp>
      <p:grpSp>
        <p:nvGrpSpPr>
          <p:cNvPr id="163842" name="Group 8">
            <a:extLst>
              <a:ext uri="{FF2B5EF4-FFF2-40B4-BE49-F238E27FC236}">
                <a16:creationId xmlns:a16="http://schemas.microsoft.com/office/drawing/2014/main" id="{A6839883-366B-7EFC-649E-889896A196FF}"/>
              </a:ext>
            </a:extLst>
          </p:cNvPr>
          <p:cNvGrpSpPr>
            <a:grpSpLocks/>
          </p:cNvGrpSpPr>
          <p:nvPr/>
        </p:nvGrpSpPr>
        <p:grpSpPr bwMode="auto">
          <a:xfrm>
            <a:off x="6089650" y="542925"/>
            <a:ext cx="609600" cy="609600"/>
            <a:chOff x="2496" y="96"/>
            <a:chExt cx="384" cy="384"/>
          </a:xfrm>
        </p:grpSpPr>
        <p:sp>
          <p:nvSpPr>
            <p:cNvPr id="21510" name="Oval 6">
              <a:extLst>
                <a:ext uri="{FF2B5EF4-FFF2-40B4-BE49-F238E27FC236}">
                  <a16:creationId xmlns:a16="http://schemas.microsoft.com/office/drawing/2014/main" id="{87EF4CFE-FDB4-6C29-0FDD-8343F4233374}"/>
                </a:ext>
              </a:extLst>
            </p:cNvPr>
            <p:cNvSpPr>
              <a:spLocks noChangeArrowheads="1"/>
            </p:cNvSpPr>
            <p:nvPr/>
          </p:nvSpPr>
          <p:spPr bwMode="auto">
            <a:xfrm>
              <a:off x="2496" y="96"/>
              <a:ext cx="384" cy="384"/>
            </a:xfrm>
            <a:prstGeom prst="ellipse">
              <a:avLst/>
            </a:prstGeom>
            <a:solidFill>
              <a:schemeClr val="accent1"/>
            </a:solidFill>
            <a:ln w="9525">
              <a:solidFill>
                <a:schemeClr val="tx1"/>
              </a:solidFill>
              <a:round/>
              <a:headEnd/>
              <a:tailEnd/>
            </a:ln>
            <a:effec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20000"/>
                </a:spcBef>
                <a:spcAft>
                  <a:spcPct val="0"/>
                </a:spcAft>
              </a:pPr>
              <a:endParaRPr lang="zh-CN" altLang="en-US" sz="2800" b="1">
                <a:solidFill>
                  <a:srgbClr val="000000"/>
                </a:solidFill>
              </a:endParaRPr>
            </a:p>
          </p:txBody>
        </p:sp>
        <p:sp>
          <p:nvSpPr>
            <p:cNvPr id="163844" name="Text Box 7">
              <a:extLst>
                <a:ext uri="{FF2B5EF4-FFF2-40B4-BE49-F238E27FC236}">
                  <a16:creationId xmlns:a16="http://schemas.microsoft.com/office/drawing/2014/main" id="{8CF16439-2954-1EB4-E533-015923B90ACD}"/>
                </a:ext>
              </a:extLst>
            </p:cNvPr>
            <p:cNvSpPr txBox="1">
              <a:spLocks noChangeArrowheads="1"/>
            </p:cNvSpPr>
            <p:nvPr/>
          </p:nvSpPr>
          <p:spPr bwMode="auto">
            <a:xfrm>
              <a:off x="2544" y="19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1</a:t>
              </a:r>
            </a:p>
          </p:txBody>
        </p:sp>
      </p:grpSp>
      <p:grpSp>
        <p:nvGrpSpPr>
          <p:cNvPr id="163845" name="Group 9">
            <a:extLst>
              <a:ext uri="{FF2B5EF4-FFF2-40B4-BE49-F238E27FC236}">
                <a16:creationId xmlns:a16="http://schemas.microsoft.com/office/drawing/2014/main" id="{937E9145-049D-B365-0072-104F077A4ADD}"/>
              </a:ext>
            </a:extLst>
          </p:cNvPr>
          <p:cNvGrpSpPr>
            <a:grpSpLocks/>
          </p:cNvGrpSpPr>
          <p:nvPr/>
        </p:nvGrpSpPr>
        <p:grpSpPr bwMode="auto">
          <a:xfrm>
            <a:off x="7232650" y="1000125"/>
            <a:ext cx="609600" cy="609600"/>
            <a:chOff x="2496" y="96"/>
            <a:chExt cx="384" cy="384"/>
          </a:xfrm>
        </p:grpSpPr>
        <p:sp>
          <p:nvSpPr>
            <p:cNvPr id="21514" name="Oval 10">
              <a:extLst>
                <a:ext uri="{FF2B5EF4-FFF2-40B4-BE49-F238E27FC236}">
                  <a16:creationId xmlns:a16="http://schemas.microsoft.com/office/drawing/2014/main" id="{73BBDE26-B228-D094-5951-4A0B864BEE07}"/>
                </a:ext>
              </a:extLst>
            </p:cNvPr>
            <p:cNvSpPr>
              <a:spLocks noChangeArrowheads="1"/>
            </p:cNvSpPr>
            <p:nvPr/>
          </p:nvSpPr>
          <p:spPr bwMode="auto">
            <a:xfrm>
              <a:off x="2496" y="96"/>
              <a:ext cx="384" cy="384"/>
            </a:xfrm>
            <a:prstGeom prst="ellipse">
              <a:avLst/>
            </a:prstGeom>
            <a:solidFill>
              <a:schemeClr val="accent1"/>
            </a:solidFill>
            <a:ln w="9525">
              <a:solidFill>
                <a:schemeClr val="tx1"/>
              </a:solidFill>
              <a:round/>
              <a:headEnd/>
              <a:tailEnd/>
            </a:ln>
            <a:effec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20000"/>
                </a:spcBef>
                <a:spcAft>
                  <a:spcPct val="0"/>
                </a:spcAft>
              </a:pPr>
              <a:endParaRPr lang="zh-CN" altLang="en-US" sz="2800" b="1">
                <a:solidFill>
                  <a:srgbClr val="000000"/>
                </a:solidFill>
              </a:endParaRPr>
            </a:p>
          </p:txBody>
        </p:sp>
        <p:sp>
          <p:nvSpPr>
            <p:cNvPr id="163847" name="Text Box 11">
              <a:extLst>
                <a:ext uri="{FF2B5EF4-FFF2-40B4-BE49-F238E27FC236}">
                  <a16:creationId xmlns:a16="http://schemas.microsoft.com/office/drawing/2014/main" id="{17317BF7-3AA5-D2A1-B02D-009461A67EB4}"/>
                </a:ext>
              </a:extLst>
            </p:cNvPr>
            <p:cNvSpPr txBox="1">
              <a:spLocks noChangeArrowheads="1"/>
            </p:cNvSpPr>
            <p:nvPr/>
          </p:nvSpPr>
          <p:spPr bwMode="auto">
            <a:xfrm>
              <a:off x="2544" y="19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2</a:t>
              </a:r>
            </a:p>
          </p:txBody>
        </p:sp>
      </p:grpSp>
      <p:sp>
        <p:nvSpPr>
          <p:cNvPr id="21522" name="Line 18">
            <a:extLst>
              <a:ext uri="{FF2B5EF4-FFF2-40B4-BE49-F238E27FC236}">
                <a16:creationId xmlns:a16="http://schemas.microsoft.com/office/drawing/2014/main" id="{FEB6B9FD-6A1E-2467-EA6C-16B02CA2DD65}"/>
              </a:ext>
            </a:extLst>
          </p:cNvPr>
          <p:cNvSpPr>
            <a:spLocks noChangeShapeType="1"/>
          </p:cNvSpPr>
          <p:nvPr/>
        </p:nvSpPr>
        <p:spPr bwMode="auto">
          <a:xfrm>
            <a:off x="6318250" y="1152525"/>
            <a:ext cx="0" cy="1600200"/>
          </a:xfrm>
          <a:prstGeom prst="line">
            <a:avLst/>
          </a:prstGeom>
          <a:noFill/>
          <a:ln w="9525">
            <a:solidFill>
              <a:schemeClr val="accent2"/>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21523" name="Line 19">
            <a:extLst>
              <a:ext uri="{FF2B5EF4-FFF2-40B4-BE49-F238E27FC236}">
                <a16:creationId xmlns:a16="http://schemas.microsoft.com/office/drawing/2014/main" id="{17992127-037E-537C-E90D-CA024A4C8B86}"/>
              </a:ext>
            </a:extLst>
          </p:cNvPr>
          <p:cNvSpPr>
            <a:spLocks noChangeShapeType="1"/>
          </p:cNvSpPr>
          <p:nvPr/>
        </p:nvSpPr>
        <p:spPr bwMode="auto">
          <a:xfrm>
            <a:off x="6699250" y="1000125"/>
            <a:ext cx="533400" cy="228600"/>
          </a:xfrm>
          <a:prstGeom prst="line">
            <a:avLst/>
          </a:prstGeom>
          <a:noFill/>
          <a:ln w="9525">
            <a:solidFill>
              <a:srgbClr val="FF0066"/>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21524" name="Line 20">
            <a:extLst>
              <a:ext uri="{FF2B5EF4-FFF2-40B4-BE49-F238E27FC236}">
                <a16:creationId xmlns:a16="http://schemas.microsoft.com/office/drawing/2014/main" id="{52A03D05-6421-71FE-8BAD-CD9521280A50}"/>
              </a:ext>
            </a:extLst>
          </p:cNvPr>
          <p:cNvSpPr>
            <a:spLocks noChangeShapeType="1"/>
          </p:cNvSpPr>
          <p:nvPr/>
        </p:nvSpPr>
        <p:spPr bwMode="auto">
          <a:xfrm>
            <a:off x="7689850" y="1609725"/>
            <a:ext cx="685800" cy="381000"/>
          </a:xfrm>
          <a:prstGeom prst="line">
            <a:avLst/>
          </a:prstGeom>
          <a:noFill/>
          <a:ln w="9525">
            <a:solidFill>
              <a:srgbClr val="FF0066"/>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grpSp>
        <p:nvGrpSpPr>
          <p:cNvPr id="163851" name="Group 21">
            <a:extLst>
              <a:ext uri="{FF2B5EF4-FFF2-40B4-BE49-F238E27FC236}">
                <a16:creationId xmlns:a16="http://schemas.microsoft.com/office/drawing/2014/main" id="{F039E4E9-D801-64E9-D79F-54B1BF6E36BC}"/>
              </a:ext>
            </a:extLst>
          </p:cNvPr>
          <p:cNvGrpSpPr>
            <a:grpSpLocks/>
          </p:cNvGrpSpPr>
          <p:nvPr/>
        </p:nvGrpSpPr>
        <p:grpSpPr bwMode="auto">
          <a:xfrm>
            <a:off x="6013450" y="2752725"/>
            <a:ext cx="609600" cy="609600"/>
            <a:chOff x="2496" y="96"/>
            <a:chExt cx="384" cy="384"/>
          </a:xfrm>
        </p:grpSpPr>
        <p:sp>
          <p:nvSpPr>
            <p:cNvPr id="21526" name="Oval 22">
              <a:extLst>
                <a:ext uri="{FF2B5EF4-FFF2-40B4-BE49-F238E27FC236}">
                  <a16:creationId xmlns:a16="http://schemas.microsoft.com/office/drawing/2014/main" id="{C1881BBD-76ED-19DC-F99C-9EAE770261F6}"/>
                </a:ext>
              </a:extLst>
            </p:cNvPr>
            <p:cNvSpPr>
              <a:spLocks noChangeArrowheads="1"/>
            </p:cNvSpPr>
            <p:nvPr/>
          </p:nvSpPr>
          <p:spPr bwMode="auto">
            <a:xfrm>
              <a:off x="2496" y="96"/>
              <a:ext cx="384" cy="384"/>
            </a:xfrm>
            <a:prstGeom prst="ellipse">
              <a:avLst/>
            </a:prstGeom>
            <a:solidFill>
              <a:schemeClr val="accent1"/>
            </a:solidFill>
            <a:ln w="9525">
              <a:solidFill>
                <a:schemeClr val="tx1"/>
              </a:solidFill>
              <a:round/>
              <a:headEnd/>
              <a:tailEnd/>
            </a:ln>
            <a:effec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20000"/>
                </a:spcBef>
                <a:spcAft>
                  <a:spcPct val="0"/>
                </a:spcAft>
              </a:pPr>
              <a:endParaRPr lang="zh-CN" altLang="en-US" sz="2800" b="1">
                <a:solidFill>
                  <a:srgbClr val="000000"/>
                </a:solidFill>
              </a:endParaRPr>
            </a:p>
          </p:txBody>
        </p:sp>
        <p:sp>
          <p:nvSpPr>
            <p:cNvPr id="163853" name="Text Box 23">
              <a:extLst>
                <a:ext uri="{FF2B5EF4-FFF2-40B4-BE49-F238E27FC236}">
                  <a16:creationId xmlns:a16="http://schemas.microsoft.com/office/drawing/2014/main" id="{EEF272EB-1E4D-180D-CC92-1700AD938803}"/>
                </a:ext>
              </a:extLst>
            </p:cNvPr>
            <p:cNvSpPr txBox="1">
              <a:spLocks noChangeArrowheads="1"/>
            </p:cNvSpPr>
            <p:nvPr/>
          </p:nvSpPr>
          <p:spPr bwMode="auto">
            <a:xfrm>
              <a:off x="2544" y="19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4</a:t>
              </a:r>
            </a:p>
          </p:txBody>
        </p:sp>
      </p:grpSp>
      <p:sp>
        <p:nvSpPr>
          <p:cNvPr id="21529" name="Line 25">
            <a:extLst>
              <a:ext uri="{FF2B5EF4-FFF2-40B4-BE49-F238E27FC236}">
                <a16:creationId xmlns:a16="http://schemas.microsoft.com/office/drawing/2014/main" id="{FDE2D7CE-D9D4-CDCD-2F03-AB991A935CB2}"/>
              </a:ext>
            </a:extLst>
          </p:cNvPr>
          <p:cNvSpPr>
            <a:spLocks noChangeShapeType="1"/>
          </p:cNvSpPr>
          <p:nvPr/>
        </p:nvSpPr>
        <p:spPr bwMode="auto">
          <a:xfrm flipH="1">
            <a:off x="6623050" y="2524125"/>
            <a:ext cx="1752600" cy="457200"/>
          </a:xfrm>
          <a:prstGeom prst="line">
            <a:avLst/>
          </a:prstGeom>
          <a:noFill/>
          <a:ln w="19050">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grpSp>
        <p:nvGrpSpPr>
          <p:cNvPr id="163855" name="Group 26">
            <a:extLst>
              <a:ext uri="{FF2B5EF4-FFF2-40B4-BE49-F238E27FC236}">
                <a16:creationId xmlns:a16="http://schemas.microsoft.com/office/drawing/2014/main" id="{F409B325-C74C-2ADE-F2D0-C958F215775B}"/>
              </a:ext>
            </a:extLst>
          </p:cNvPr>
          <p:cNvGrpSpPr>
            <a:grpSpLocks/>
          </p:cNvGrpSpPr>
          <p:nvPr/>
        </p:nvGrpSpPr>
        <p:grpSpPr bwMode="auto">
          <a:xfrm>
            <a:off x="5022850" y="3514725"/>
            <a:ext cx="609600" cy="609600"/>
            <a:chOff x="2496" y="96"/>
            <a:chExt cx="384" cy="384"/>
          </a:xfrm>
        </p:grpSpPr>
        <p:sp>
          <p:nvSpPr>
            <p:cNvPr id="21531" name="Oval 27">
              <a:extLst>
                <a:ext uri="{FF2B5EF4-FFF2-40B4-BE49-F238E27FC236}">
                  <a16:creationId xmlns:a16="http://schemas.microsoft.com/office/drawing/2014/main" id="{CAABB7B3-2D17-3F1F-9BE3-1575DE16CFA2}"/>
                </a:ext>
              </a:extLst>
            </p:cNvPr>
            <p:cNvSpPr>
              <a:spLocks noChangeArrowheads="1"/>
            </p:cNvSpPr>
            <p:nvPr/>
          </p:nvSpPr>
          <p:spPr bwMode="auto">
            <a:xfrm>
              <a:off x="2496" y="96"/>
              <a:ext cx="384" cy="384"/>
            </a:xfrm>
            <a:prstGeom prst="ellipse">
              <a:avLst/>
            </a:prstGeom>
            <a:solidFill>
              <a:schemeClr val="accent1"/>
            </a:solidFill>
            <a:ln w="9525">
              <a:solidFill>
                <a:schemeClr val="tx1"/>
              </a:solidFill>
              <a:round/>
              <a:headEnd/>
              <a:tailEnd/>
            </a:ln>
            <a:effec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20000"/>
                </a:spcBef>
                <a:spcAft>
                  <a:spcPct val="0"/>
                </a:spcAft>
              </a:pPr>
              <a:endParaRPr lang="zh-CN" altLang="en-US" sz="2800" b="1">
                <a:solidFill>
                  <a:srgbClr val="000000"/>
                </a:solidFill>
              </a:endParaRPr>
            </a:p>
          </p:txBody>
        </p:sp>
        <p:sp>
          <p:nvSpPr>
            <p:cNvPr id="163857" name="Text Box 28">
              <a:extLst>
                <a:ext uri="{FF2B5EF4-FFF2-40B4-BE49-F238E27FC236}">
                  <a16:creationId xmlns:a16="http://schemas.microsoft.com/office/drawing/2014/main" id="{196E6DF0-3C70-6A0F-2FF4-BF420FC8193A}"/>
                </a:ext>
              </a:extLst>
            </p:cNvPr>
            <p:cNvSpPr txBox="1">
              <a:spLocks noChangeArrowheads="1"/>
            </p:cNvSpPr>
            <p:nvPr/>
          </p:nvSpPr>
          <p:spPr bwMode="auto">
            <a:xfrm>
              <a:off x="2544" y="19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5</a:t>
              </a:r>
            </a:p>
          </p:txBody>
        </p:sp>
      </p:grpSp>
      <p:grpSp>
        <p:nvGrpSpPr>
          <p:cNvPr id="163858" name="Group 29">
            <a:extLst>
              <a:ext uri="{FF2B5EF4-FFF2-40B4-BE49-F238E27FC236}">
                <a16:creationId xmlns:a16="http://schemas.microsoft.com/office/drawing/2014/main" id="{F2FAEC83-B6E9-1CBA-D2FF-F0BFB67231CE}"/>
              </a:ext>
            </a:extLst>
          </p:cNvPr>
          <p:cNvGrpSpPr>
            <a:grpSpLocks/>
          </p:cNvGrpSpPr>
          <p:nvPr/>
        </p:nvGrpSpPr>
        <p:grpSpPr bwMode="auto">
          <a:xfrm>
            <a:off x="6013450" y="4200525"/>
            <a:ext cx="609600" cy="609600"/>
            <a:chOff x="2496" y="96"/>
            <a:chExt cx="384" cy="384"/>
          </a:xfrm>
        </p:grpSpPr>
        <p:sp>
          <p:nvSpPr>
            <p:cNvPr id="21534" name="Oval 30">
              <a:extLst>
                <a:ext uri="{FF2B5EF4-FFF2-40B4-BE49-F238E27FC236}">
                  <a16:creationId xmlns:a16="http://schemas.microsoft.com/office/drawing/2014/main" id="{B1C19FAD-6BED-5FDB-B4AB-C157DEA2196F}"/>
                </a:ext>
              </a:extLst>
            </p:cNvPr>
            <p:cNvSpPr>
              <a:spLocks noChangeArrowheads="1"/>
            </p:cNvSpPr>
            <p:nvPr/>
          </p:nvSpPr>
          <p:spPr bwMode="auto">
            <a:xfrm>
              <a:off x="2496" y="96"/>
              <a:ext cx="384" cy="384"/>
            </a:xfrm>
            <a:prstGeom prst="ellipse">
              <a:avLst/>
            </a:prstGeom>
            <a:solidFill>
              <a:schemeClr val="accent1"/>
            </a:solidFill>
            <a:ln w="9525">
              <a:solidFill>
                <a:schemeClr val="tx1"/>
              </a:solidFill>
              <a:round/>
              <a:headEnd/>
              <a:tailEnd/>
            </a:ln>
            <a:effec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20000"/>
                </a:spcBef>
                <a:spcAft>
                  <a:spcPct val="0"/>
                </a:spcAft>
              </a:pPr>
              <a:endParaRPr lang="zh-CN" altLang="en-US" sz="2800" b="1">
                <a:solidFill>
                  <a:srgbClr val="000000"/>
                </a:solidFill>
              </a:endParaRPr>
            </a:p>
          </p:txBody>
        </p:sp>
        <p:sp>
          <p:nvSpPr>
            <p:cNvPr id="163860" name="Text Box 31">
              <a:extLst>
                <a:ext uri="{FF2B5EF4-FFF2-40B4-BE49-F238E27FC236}">
                  <a16:creationId xmlns:a16="http://schemas.microsoft.com/office/drawing/2014/main" id="{BA3485FC-7693-DA5F-90C3-1750B47720CC}"/>
                </a:ext>
              </a:extLst>
            </p:cNvPr>
            <p:cNvSpPr txBox="1">
              <a:spLocks noChangeArrowheads="1"/>
            </p:cNvSpPr>
            <p:nvPr/>
          </p:nvSpPr>
          <p:spPr bwMode="auto">
            <a:xfrm>
              <a:off x="2544" y="19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6</a:t>
              </a:r>
            </a:p>
          </p:txBody>
        </p:sp>
      </p:grpSp>
      <p:grpSp>
        <p:nvGrpSpPr>
          <p:cNvPr id="163861" name="Group 32">
            <a:extLst>
              <a:ext uri="{FF2B5EF4-FFF2-40B4-BE49-F238E27FC236}">
                <a16:creationId xmlns:a16="http://schemas.microsoft.com/office/drawing/2014/main" id="{91C0D201-8075-08E3-CCF1-F37B93A33DC2}"/>
              </a:ext>
            </a:extLst>
          </p:cNvPr>
          <p:cNvGrpSpPr>
            <a:grpSpLocks/>
          </p:cNvGrpSpPr>
          <p:nvPr/>
        </p:nvGrpSpPr>
        <p:grpSpPr bwMode="auto">
          <a:xfrm>
            <a:off x="5937250" y="5267325"/>
            <a:ext cx="609600" cy="609600"/>
            <a:chOff x="2496" y="96"/>
            <a:chExt cx="384" cy="384"/>
          </a:xfrm>
        </p:grpSpPr>
        <p:sp>
          <p:nvSpPr>
            <p:cNvPr id="21537" name="Oval 33">
              <a:extLst>
                <a:ext uri="{FF2B5EF4-FFF2-40B4-BE49-F238E27FC236}">
                  <a16:creationId xmlns:a16="http://schemas.microsoft.com/office/drawing/2014/main" id="{F219B9AC-C888-CBB8-E6D2-4DC0674D43D5}"/>
                </a:ext>
              </a:extLst>
            </p:cNvPr>
            <p:cNvSpPr>
              <a:spLocks noChangeArrowheads="1"/>
            </p:cNvSpPr>
            <p:nvPr/>
          </p:nvSpPr>
          <p:spPr bwMode="auto">
            <a:xfrm>
              <a:off x="2496" y="96"/>
              <a:ext cx="384" cy="384"/>
            </a:xfrm>
            <a:prstGeom prst="ellipse">
              <a:avLst/>
            </a:prstGeom>
            <a:solidFill>
              <a:schemeClr val="accent1"/>
            </a:solidFill>
            <a:ln w="9525">
              <a:solidFill>
                <a:schemeClr val="tx1"/>
              </a:solidFill>
              <a:round/>
              <a:headEnd/>
              <a:tailEnd/>
            </a:ln>
            <a:effec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20000"/>
                </a:spcBef>
                <a:spcAft>
                  <a:spcPct val="0"/>
                </a:spcAft>
              </a:pPr>
              <a:endParaRPr lang="zh-CN" altLang="en-US" sz="2800" b="1">
                <a:solidFill>
                  <a:srgbClr val="000000"/>
                </a:solidFill>
              </a:endParaRPr>
            </a:p>
          </p:txBody>
        </p:sp>
        <p:sp>
          <p:nvSpPr>
            <p:cNvPr id="163863" name="Text Box 34">
              <a:extLst>
                <a:ext uri="{FF2B5EF4-FFF2-40B4-BE49-F238E27FC236}">
                  <a16:creationId xmlns:a16="http://schemas.microsoft.com/office/drawing/2014/main" id="{0D9F6A8F-401F-B0BA-8F76-744998C3FEC5}"/>
                </a:ext>
              </a:extLst>
            </p:cNvPr>
            <p:cNvSpPr txBox="1">
              <a:spLocks noChangeArrowheads="1"/>
            </p:cNvSpPr>
            <p:nvPr/>
          </p:nvSpPr>
          <p:spPr bwMode="auto">
            <a:xfrm>
              <a:off x="2544" y="19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7</a:t>
              </a:r>
            </a:p>
          </p:txBody>
        </p:sp>
      </p:grpSp>
      <p:grpSp>
        <p:nvGrpSpPr>
          <p:cNvPr id="163864" name="Group 35">
            <a:extLst>
              <a:ext uri="{FF2B5EF4-FFF2-40B4-BE49-F238E27FC236}">
                <a16:creationId xmlns:a16="http://schemas.microsoft.com/office/drawing/2014/main" id="{FDCF7F4C-B471-BF9A-EAFE-A3D673035CC9}"/>
              </a:ext>
            </a:extLst>
          </p:cNvPr>
          <p:cNvGrpSpPr>
            <a:grpSpLocks/>
          </p:cNvGrpSpPr>
          <p:nvPr/>
        </p:nvGrpSpPr>
        <p:grpSpPr bwMode="auto">
          <a:xfrm>
            <a:off x="8223250" y="1990725"/>
            <a:ext cx="609600" cy="609600"/>
            <a:chOff x="2496" y="96"/>
            <a:chExt cx="384" cy="384"/>
          </a:xfrm>
        </p:grpSpPr>
        <p:sp>
          <p:nvSpPr>
            <p:cNvPr id="21540" name="Oval 36">
              <a:extLst>
                <a:ext uri="{FF2B5EF4-FFF2-40B4-BE49-F238E27FC236}">
                  <a16:creationId xmlns:a16="http://schemas.microsoft.com/office/drawing/2014/main" id="{D3EE837A-FDCC-E4B8-18F8-0D0F738E272A}"/>
                </a:ext>
              </a:extLst>
            </p:cNvPr>
            <p:cNvSpPr>
              <a:spLocks noChangeArrowheads="1"/>
            </p:cNvSpPr>
            <p:nvPr/>
          </p:nvSpPr>
          <p:spPr bwMode="auto">
            <a:xfrm>
              <a:off x="2496" y="96"/>
              <a:ext cx="384" cy="384"/>
            </a:xfrm>
            <a:prstGeom prst="ellipse">
              <a:avLst/>
            </a:prstGeom>
            <a:solidFill>
              <a:schemeClr val="accent1"/>
            </a:solidFill>
            <a:ln w="9525">
              <a:solidFill>
                <a:schemeClr val="tx1"/>
              </a:solidFill>
              <a:round/>
              <a:headEnd/>
              <a:tailEnd/>
            </a:ln>
            <a:effec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20000"/>
                </a:spcBef>
                <a:spcAft>
                  <a:spcPct val="0"/>
                </a:spcAft>
              </a:pPr>
              <a:endParaRPr lang="zh-CN" altLang="en-US" sz="2800" b="1">
                <a:solidFill>
                  <a:srgbClr val="000000"/>
                </a:solidFill>
              </a:endParaRPr>
            </a:p>
          </p:txBody>
        </p:sp>
        <p:sp>
          <p:nvSpPr>
            <p:cNvPr id="163866" name="Text Box 37">
              <a:extLst>
                <a:ext uri="{FF2B5EF4-FFF2-40B4-BE49-F238E27FC236}">
                  <a16:creationId xmlns:a16="http://schemas.microsoft.com/office/drawing/2014/main" id="{66D283B5-B1F8-A2C7-889C-1AC16446A47E}"/>
                </a:ext>
              </a:extLst>
            </p:cNvPr>
            <p:cNvSpPr txBox="1">
              <a:spLocks noChangeArrowheads="1"/>
            </p:cNvSpPr>
            <p:nvPr/>
          </p:nvSpPr>
          <p:spPr bwMode="auto">
            <a:xfrm>
              <a:off x="2544" y="19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lang="en-US" altLang="zh-CN">
                  <a:solidFill>
                    <a:srgbClr val="000000"/>
                  </a:solidFill>
                </a:rPr>
                <a:t>3</a:t>
              </a:r>
            </a:p>
          </p:txBody>
        </p:sp>
      </p:grpSp>
      <p:sp>
        <p:nvSpPr>
          <p:cNvPr id="21542" name="Line 38">
            <a:extLst>
              <a:ext uri="{FF2B5EF4-FFF2-40B4-BE49-F238E27FC236}">
                <a16:creationId xmlns:a16="http://schemas.microsoft.com/office/drawing/2014/main" id="{603738BB-1623-1CFB-A9BA-B3CB87054D6A}"/>
              </a:ext>
            </a:extLst>
          </p:cNvPr>
          <p:cNvSpPr>
            <a:spLocks noChangeShapeType="1"/>
          </p:cNvSpPr>
          <p:nvPr/>
        </p:nvSpPr>
        <p:spPr bwMode="auto">
          <a:xfrm flipH="1">
            <a:off x="6546850" y="1533525"/>
            <a:ext cx="838200" cy="1295400"/>
          </a:xfrm>
          <a:prstGeom prst="line">
            <a:avLst/>
          </a:prstGeom>
          <a:noFill/>
          <a:ln w="9525">
            <a:solidFill>
              <a:schemeClr val="accent2"/>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21543" name="Line 39">
            <a:extLst>
              <a:ext uri="{FF2B5EF4-FFF2-40B4-BE49-F238E27FC236}">
                <a16:creationId xmlns:a16="http://schemas.microsoft.com/office/drawing/2014/main" id="{0DD51A91-7A0A-265C-C351-C0E126052640}"/>
              </a:ext>
            </a:extLst>
          </p:cNvPr>
          <p:cNvSpPr>
            <a:spLocks noChangeShapeType="1"/>
          </p:cNvSpPr>
          <p:nvPr/>
        </p:nvSpPr>
        <p:spPr bwMode="auto">
          <a:xfrm flipH="1">
            <a:off x="5556250" y="3209925"/>
            <a:ext cx="533400" cy="457200"/>
          </a:xfrm>
          <a:prstGeom prst="line">
            <a:avLst/>
          </a:prstGeom>
          <a:noFill/>
          <a:ln w="9525">
            <a:solidFill>
              <a:schemeClr val="accent2"/>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21544" name="Line 40">
            <a:extLst>
              <a:ext uri="{FF2B5EF4-FFF2-40B4-BE49-F238E27FC236}">
                <a16:creationId xmlns:a16="http://schemas.microsoft.com/office/drawing/2014/main" id="{C73F567C-B81D-700E-ECCF-3CB6F4CF5AB2}"/>
              </a:ext>
            </a:extLst>
          </p:cNvPr>
          <p:cNvSpPr>
            <a:spLocks noChangeShapeType="1"/>
          </p:cNvSpPr>
          <p:nvPr/>
        </p:nvSpPr>
        <p:spPr bwMode="auto">
          <a:xfrm>
            <a:off x="6318250" y="3362325"/>
            <a:ext cx="0" cy="838200"/>
          </a:xfrm>
          <a:prstGeom prst="line">
            <a:avLst/>
          </a:prstGeom>
          <a:noFill/>
          <a:ln w="9525">
            <a:solidFill>
              <a:srgbClr val="FF0066"/>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21545" name="Line 41">
            <a:extLst>
              <a:ext uri="{FF2B5EF4-FFF2-40B4-BE49-F238E27FC236}">
                <a16:creationId xmlns:a16="http://schemas.microsoft.com/office/drawing/2014/main" id="{CB0CCC52-1FDF-0E63-30CC-5AADFFE376EE}"/>
              </a:ext>
            </a:extLst>
          </p:cNvPr>
          <p:cNvSpPr>
            <a:spLocks noChangeShapeType="1"/>
          </p:cNvSpPr>
          <p:nvPr/>
        </p:nvSpPr>
        <p:spPr bwMode="auto">
          <a:xfrm>
            <a:off x="5556250" y="3971925"/>
            <a:ext cx="533400" cy="381000"/>
          </a:xfrm>
          <a:prstGeom prst="line">
            <a:avLst/>
          </a:prstGeom>
          <a:noFill/>
          <a:ln w="9525">
            <a:solidFill>
              <a:srgbClr val="FF0066"/>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21546" name="Line 42">
            <a:extLst>
              <a:ext uri="{FF2B5EF4-FFF2-40B4-BE49-F238E27FC236}">
                <a16:creationId xmlns:a16="http://schemas.microsoft.com/office/drawing/2014/main" id="{69F7ED78-2FFF-3CFD-088C-A37B9D4106A7}"/>
              </a:ext>
            </a:extLst>
          </p:cNvPr>
          <p:cNvSpPr>
            <a:spLocks noChangeShapeType="1"/>
          </p:cNvSpPr>
          <p:nvPr/>
        </p:nvSpPr>
        <p:spPr bwMode="auto">
          <a:xfrm>
            <a:off x="6242050" y="4810125"/>
            <a:ext cx="0" cy="457200"/>
          </a:xfrm>
          <a:prstGeom prst="line">
            <a:avLst/>
          </a:prstGeom>
          <a:noFill/>
          <a:ln w="9525">
            <a:solidFill>
              <a:schemeClr val="tx1"/>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21547" name="Line 43">
            <a:extLst>
              <a:ext uri="{FF2B5EF4-FFF2-40B4-BE49-F238E27FC236}">
                <a16:creationId xmlns:a16="http://schemas.microsoft.com/office/drawing/2014/main" id="{36DD4A84-F963-B737-51DD-67C84514404E}"/>
              </a:ext>
            </a:extLst>
          </p:cNvPr>
          <p:cNvSpPr>
            <a:spLocks noChangeShapeType="1"/>
          </p:cNvSpPr>
          <p:nvPr/>
        </p:nvSpPr>
        <p:spPr bwMode="auto">
          <a:xfrm>
            <a:off x="5403850" y="4124325"/>
            <a:ext cx="609600" cy="1295400"/>
          </a:xfrm>
          <a:prstGeom prst="line">
            <a:avLst/>
          </a:prstGeom>
          <a:noFill/>
          <a:ln w="28575">
            <a:solidFill>
              <a:schemeClr val="accent2"/>
            </a:solidFill>
            <a:round/>
            <a:headEnd/>
            <a:tailEnd type="triangle" w="med" len="med"/>
          </a:ln>
          <a:effectLst/>
        </p:spPr>
        <p:txBody>
          <a:bodyPr/>
          <a:lstStyle/>
          <a:p>
            <a:pPr fontAlgn="base">
              <a:spcBef>
                <a:spcPct val="20000"/>
              </a:spcBef>
              <a:spcAft>
                <a:spcPct val="0"/>
              </a:spcAft>
              <a:defRPr/>
            </a:pPr>
            <a:endParaRPr kumimoji="1" lang="zh-CN" altLang="en-US" sz="2800" b="1">
              <a:solidFill>
                <a:srgbClr val="0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21549" name="Text Box 45">
            <a:extLst>
              <a:ext uri="{FF2B5EF4-FFF2-40B4-BE49-F238E27FC236}">
                <a16:creationId xmlns:a16="http://schemas.microsoft.com/office/drawing/2014/main" id="{96E47FEE-619F-7A30-B8CB-0B81DA3FC7BD}"/>
              </a:ext>
            </a:extLst>
          </p:cNvPr>
          <p:cNvSpPr txBox="1">
            <a:spLocks noChangeArrowheads="1"/>
          </p:cNvSpPr>
          <p:nvPr/>
        </p:nvSpPr>
        <p:spPr bwMode="auto">
          <a:xfrm>
            <a:off x="2670175" y="404813"/>
            <a:ext cx="2057400" cy="2717800"/>
          </a:xfrm>
          <a:prstGeom prst="rect">
            <a:avLst/>
          </a:prstGeom>
          <a:noFill/>
          <a:ln w="28575">
            <a:solidFill>
              <a:srgbClr val="FF0000"/>
            </a:solidFill>
            <a:prstDash val="dash"/>
            <a:miter lim="800000"/>
            <a:headEnd/>
            <a:tailEnd/>
          </a:ln>
          <a:effectLst/>
        </p:spPr>
        <p:txBody>
          <a:bodyPr>
            <a:spAutoFit/>
          </a:bodyPr>
          <a:lstStyle>
            <a:lvl1pPr marL="457200" indent="-4572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lnSpc>
                <a:spcPct val="85000"/>
              </a:lnSpc>
              <a:spcBef>
                <a:spcPct val="40000"/>
              </a:spcBef>
              <a:spcAft>
                <a:spcPct val="0"/>
              </a:spcAft>
              <a:buFontTx/>
              <a:buAutoNum type="arabicPlain"/>
            </a:pPr>
            <a:r>
              <a:rPr lang="en-US" altLang="zh-CN" b="1">
                <a:solidFill>
                  <a:srgbClr val="000000"/>
                </a:solidFill>
              </a:rPr>
              <a:t>A &gt; 1</a:t>
            </a:r>
          </a:p>
          <a:p>
            <a:pPr eaLnBrk="1" fontAlgn="base" hangingPunct="1">
              <a:lnSpc>
                <a:spcPct val="85000"/>
              </a:lnSpc>
              <a:spcBef>
                <a:spcPct val="40000"/>
              </a:spcBef>
              <a:spcAft>
                <a:spcPct val="0"/>
              </a:spcAft>
              <a:buFontTx/>
              <a:buAutoNum type="arabicPlain"/>
            </a:pPr>
            <a:r>
              <a:rPr lang="en-US" altLang="zh-CN" b="1">
                <a:solidFill>
                  <a:srgbClr val="000000"/>
                </a:solidFill>
              </a:rPr>
              <a:t>B = 0</a:t>
            </a:r>
          </a:p>
          <a:p>
            <a:pPr eaLnBrk="1" fontAlgn="base" hangingPunct="1">
              <a:lnSpc>
                <a:spcPct val="85000"/>
              </a:lnSpc>
              <a:spcBef>
                <a:spcPct val="40000"/>
              </a:spcBef>
              <a:spcAft>
                <a:spcPct val="0"/>
              </a:spcAft>
              <a:buFontTx/>
              <a:buAutoNum type="arabicPlain"/>
            </a:pPr>
            <a:r>
              <a:rPr lang="en-US" altLang="zh-CN" b="1">
                <a:solidFill>
                  <a:srgbClr val="000000"/>
                </a:solidFill>
              </a:rPr>
              <a:t>X = X / A</a:t>
            </a:r>
          </a:p>
          <a:p>
            <a:pPr eaLnBrk="1" fontAlgn="base" hangingPunct="1">
              <a:lnSpc>
                <a:spcPct val="85000"/>
              </a:lnSpc>
              <a:spcBef>
                <a:spcPct val="40000"/>
              </a:spcBef>
              <a:spcAft>
                <a:spcPct val="0"/>
              </a:spcAft>
              <a:buFontTx/>
              <a:buAutoNum type="arabicPlain"/>
            </a:pPr>
            <a:r>
              <a:rPr lang="en-US" altLang="zh-CN" b="1">
                <a:solidFill>
                  <a:srgbClr val="000000"/>
                </a:solidFill>
              </a:rPr>
              <a:t>A = 2</a:t>
            </a:r>
          </a:p>
          <a:p>
            <a:pPr eaLnBrk="1" fontAlgn="base" hangingPunct="1">
              <a:lnSpc>
                <a:spcPct val="85000"/>
              </a:lnSpc>
              <a:spcBef>
                <a:spcPct val="40000"/>
              </a:spcBef>
              <a:spcAft>
                <a:spcPct val="0"/>
              </a:spcAft>
              <a:buFontTx/>
              <a:buAutoNum type="arabicPlain"/>
            </a:pPr>
            <a:r>
              <a:rPr lang="en-US" altLang="zh-CN" b="1">
                <a:solidFill>
                  <a:srgbClr val="000000"/>
                </a:solidFill>
              </a:rPr>
              <a:t>X &gt; 1</a:t>
            </a:r>
          </a:p>
          <a:p>
            <a:pPr eaLnBrk="1" fontAlgn="base" hangingPunct="1">
              <a:lnSpc>
                <a:spcPct val="85000"/>
              </a:lnSpc>
              <a:spcBef>
                <a:spcPct val="40000"/>
              </a:spcBef>
              <a:spcAft>
                <a:spcPct val="0"/>
              </a:spcAft>
              <a:buFontTx/>
              <a:buAutoNum type="arabicPlain"/>
            </a:pPr>
            <a:r>
              <a:rPr lang="en-US" altLang="zh-CN" b="1">
                <a:solidFill>
                  <a:srgbClr val="000000"/>
                </a:solidFill>
              </a:rPr>
              <a:t>X = X + 1</a:t>
            </a:r>
          </a:p>
        </p:txBody>
      </p:sp>
      <p:sp>
        <p:nvSpPr>
          <p:cNvPr id="21550" name="Text Box 46">
            <a:extLst>
              <a:ext uri="{FF2B5EF4-FFF2-40B4-BE49-F238E27FC236}">
                <a16:creationId xmlns:a16="http://schemas.microsoft.com/office/drawing/2014/main" id="{ED95FB78-A41A-EAFB-8EC1-5CD44378967B}"/>
              </a:ext>
            </a:extLst>
          </p:cNvPr>
          <p:cNvSpPr txBox="1">
            <a:spLocks noChangeArrowheads="1"/>
          </p:cNvSpPr>
          <p:nvPr/>
        </p:nvSpPr>
        <p:spPr bwMode="auto">
          <a:xfrm>
            <a:off x="7391400" y="3284539"/>
            <a:ext cx="2808288" cy="2446337"/>
          </a:xfrm>
          <a:prstGeom prst="rect">
            <a:avLst/>
          </a:prstGeom>
          <a:noFill/>
          <a:ln w="28575">
            <a:solidFill>
              <a:srgbClr val="FF0000"/>
            </a:solidFill>
            <a:prstDash val="dash"/>
            <a:miter lim="800000"/>
            <a:headEnd/>
            <a:tailEnd/>
          </a:ln>
          <a:effectLst/>
        </p:spPr>
        <p:txBody>
          <a:bodyPr>
            <a:spAutoFit/>
          </a:bodyPr>
          <a:lstStyle>
            <a:lvl1pPr marL="457200" indent="-4572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lnSpc>
                <a:spcPct val="85000"/>
              </a:lnSpc>
              <a:spcBef>
                <a:spcPct val="40000"/>
              </a:spcBef>
              <a:spcAft>
                <a:spcPct val="0"/>
              </a:spcAft>
            </a:pPr>
            <a:r>
              <a:rPr lang="en-US" altLang="zh-CN" sz="2600" b="1">
                <a:solidFill>
                  <a:srgbClr val="000000"/>
                </a:solidFill>
              </a:rPr>
              <a:t>1 - 4 - 5 - 7</a:t>
            </a:r>
          </a:p>
          <a:p>
            <a:pPr eaLnBrk="1" fontAlgn="base" hangingPunct="1">
              <a:lnSpc>
                <a:spcPct val="85000"/>
              </a:lnSpc>
              <a:spcBef>
                <a:spcPct val="40000"/>
              </a:spcBef>
              <a:spcAft>
                <a:spcPct val="0"/>
              </a:spcAft>
            </a:pPr>
            <a:r>
              <a:rPr lang="en-US" altLang="zh-CN" sz="2600" b="1">
                <a:solidFill>
                  <a:srgbClr val="000000"/>
                </a:solidFill>
              </a:rPr>
              <a:t>1 - 4 - 5 - 6 - 7</a:t>
            </a:r>
          </a:p>
          <a:p>
            <a:pPr eaLnBrk="1" fontAlgn="base" hangingPunct="1">
              <a:lnSpc>
                <a:spcPct val="85000"/>
              </a:lnSpc>
              <a:spcBef>
                <a:spcPct val="40000"/>
              </a:spcBef>
              <a:spcAft>
                <a:spcPct val="0"/>
              </a:spcAft>
            </a:pPr>
            <a:r>
              <a:rPr lang="en-US" altLang="zh-CN" sz="2600" b="1">
                <a:solidFill>
                  <a:srgbClr val="000000"/>
                </a:solidFill>
              </a:rPr>
              <a:t>1 - 4 - 6 - 7</a:t>
            </a:r>
          </a:p>
          <a:p>
            <a:pPr eaLnBrk="1" fontAlgn="base" hangingPunct="1">
              <a:lnSpc>
                <a:spcPct val="85000"/>
              </a:lnSpc>
              <a:spcBef>
                <a:spcPct val="40000"/>
              </a:spcBef>
              <a:spcAft>
                <a:spcPct val="0"/>
              </a:spcAft>
            </a:pPr>
            <a:r>
              <a:rPr lang="en-US" altLang="zh-CN" sz="2600" b="1">
                <a:solidFill>
                  <a:srgbClr val="000000"/>
                </a:solidFill>
              </a:rPr>
              <a:t>1 - 2 - 4 - 6 - 7</a:t>
            </a:r>
          </a:p>
          <a:p>
            <a:pPr eaLnBrk="1" fontAlgn="base" hangingPunct="1">
              <a:lnSpc>
                <a:spcPct val="85000"/>
              </a:lnSpc>
              <a:spcBef>
                <a:spcPct val="40000"/>
              </a:spcBef>
              <a:spcAft>
                <a:spcPct val="0"/>
              </a:spcAft>
            </a:pPr>
            <a:r>
              <a:rPr lang="en-US" altLang="zh-CN" sz="2600" b="1">
                <a:solidFill>
                  <a:srgbClr val="000000"/>
                </a:solidFill>
              </a:rPr>
              <a:t>1 - 2 - 3 - 4 - 6 - 7</a:t>
            </a:r>
          </a:p>
        </p:txBody>
      </p:sp>
      <p:pic>
        <p:nvPicPr>
          <p:cNvPr id="163875" name="Picture 1028">
            <a:extLst>
              <a:ext uri="{FF2B5EF4-FFF2-40B4-BE49-F238E27FC236}">
                <a16:creationId xmlns:a16="http://schemas.microsoft.com/office/drawing/2014/main" id="{A08CA402-F536-E531-9122-38A7D11BE3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9264" y="3284539"/>
            <a:ext cx="3006725" cy="313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14ECD457-2072-0E91-3B0E-8D9D7B918B02}"/>
              </a:ext>
            </a:extLst>
          </p:cNvPr>
          <p:cNvSpPr>
            <a:spLocks noGrp="1" noChangeArrowheads="1"/>
          </p:cNvSpPr>
          <p:nvPr>
            <p:ph type="sldNum" sz="quarter" idx="12"/>
          </p:nvPr>
        </p:nvSpPr>
        <p:spPr>
          <a:ln/>
        </p:spPr>
        <p:txBody>
          <a:bodyPr/>
          <a:lstStyle/>
          <a:p>
            <a:pPr fontAlgn="base">
              <a:spcBef>
                <a:spcPct val="0"/>
              </a:spcBef>
              <a:spcAft>
                <a:spcPct val="0"/>
              </a:spcAft>
            </a:pPr>
            <a:fld id="{91B58C10-B8AD-47C7-81FB-F5D3E601477C}" type="slidenum">
              <a:rPr kumimoji="1" lang="en-US" altLang="zh-CN">
                <a:solidFill>
                  <a:srgbClr val="000000"/>
                </a:solidFill>
                <a:ea typeface="宋体" panose="02010600030101010101" pitchFamily="2" charset="-122"/>
              </a:rPr>
              <a:pPr fontAlgn="base">
                <a:spcBef>
                  <a:spcPct val="0"/>
                </a:spcBef>
                <a:spcAft>
                  <a:spcPct val="0"/>
                </a:spcAft>
              </a:pPr>
              <a:t>16</a:t>
            </a:fld>
            <a:endParaRPr kumimoji="1" lang="en-US" altLang="zh-CN">
              <a:solidFill>
                <a:srgbClr val="000000"/>
              </a:solidFill>
              <a:ea typeface="宋体" panose="02010600030101010101" pitchFamily="2" charset="-122"/>
            </a:endParaRPr>
          </a:p>
        </p:txBody>
      </p:sp>
      <p:pic>
        <p:nvPicPr>
          <p:cNvPr id="164866" name="Picture 4" descr="1">
            <a:extLst>
              <a:ext uri="{FF2B5EF4-FFF2-40B4-BE49-F238E27FC236}">
                <a16:creationId xmlns:a16="http://schemas.microsoft.com/office/drawing/2014/main" id="{DD445DAA-F22C-7207-39BD-6ABA8AD959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304800"/>
            <a:ext cx="3132138"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Text Box 5">
            <a:extLst>
              <a:ext uri="{FF2B5EF4-FFF2-40B4-BE49-F238E27FC236}">
                <a16:creationId xmlns:a16="http://schemas.microsoft.com/office/drawing/2014/main" id="{2A716EAC-F0C3-4817-F095-390421ED489C}"/>
              </a:ext>
            </a:extLst>
          </p:cNvPr>
          <p:cNvSpPr txBox="1">
            <a:spLocks noChangeArrowheads="1"/>
          </p:cNvSpPr>
          <p:nvPr/>
        </p:nvSpPr>
        <p:spPr bwMode="auto">
          <a:xfrm>
            <a:off x="3648075" y="3429000"/>
            <a:ext cx="2057400" cy="2717800"/>
          </a:xfrm>
          <a:prstGeom prst="rect">
            <a:avLst/>
          </a:prstGeom>
          <a:noFill/>
          <a:ln w="28575">
            <a:solidFill>
              <a:srgbClr val="FF0000"/>
            </a:solidFill>
            <a:prstDash val="dash"/>
            <a:miter lim="800000"/>
            <a:headEnd/>
            <a:tailEnd/>
          </a:ln>
          <a:effectLst/>
        </p:spPr>
        <p:txBody>
          <a:bodyPr>
            <a:spAutoFit/>
          </a:bodyPr>
          <a:lstStyle>
            <a:lvl1pPr marL="457200" indent="-4572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lnSpc>
                <a:spcPct val="85000"/>
              </a:lnSpc>
              <a:spcBef>
                <a:spcPct val="40000"/>
              </a:spcBef>
              <a:spcAft>
                <a:spcPct val="0"/>
              </a:spcAft>
              <a:buFontTx/>
              <a:buAutoNum type="arabicPlain"/>
            </a:pPr>
            <a:r>
              <a:rPr lang="en-US" altLang="zh-CN" b="1">
                <a:solidFill>
                  <a:srgbClr val="000000"/>
                </a:solidFill>
              </a:rPr>
              <a:t>A &gt; 1</a:t>
            </a:r>
          </a:p>
          <a:p>
            <a:pPr eaLnBrk="1" fontAlgn="base" hangingPunct="1">
              <a:lnSpc>
                <a:spcPct val="85000"/>
              </a:lnSpc>
              <a:spcBef>
                <a:spcPct val="40000"/>
              </a:spcBef>
              <a:spcAft>
                <a:spcPct val="0"/>
              </a:spcAft>
              <a:buFontTx/>
              <a:buAutoNum type="arabicPlain"/>
            </a:pPr>
            <a:r>
              <a:rPr lang="en-US" altLang="zh-CN" b="1">
                <a:solidFill>
                  <a:srgbClr val="000000"/>
                </a:solidFill>
              </a:rPr>
              <a:t>B = 0</a:t>
            </a:r>
          </a:p>
          <a:p>
            <a:pPr eaLnBrk="1" fontAlgn="base" hangingPunct="1">
              <a:lnSpc>
                <a:spcPct val="85000"/>
              </a:lnSpc>
              <a:spcBef>
                <a:spcPct val="40000"/>
              </a:spcBef>
              <a:spcAft>
                <a:spcPct val="0"/>
              </a:spcAft>
              <a:buFontTx/>
              <a:buAutoNum type="arabicPlain"/>
            </a:pPr>
            <a:r>
              <a:rPr lang="en-US" altLang="zh-CN" b="1">
                <a:solidFill>
                  <a:srgbClr val="000000"/>
                </a:solidFill>
              </a:rPr>
              <a:t>X = X / A</a:t>
            </a:r>
          </a:p>
          <a:p>
            <a:pPr eaLnBrk="1" fontAlgn="base" hangingPunct="1">
              <a:lnSpc>
                <a:spcPct val="85000"/>
              </a:lnSpc>
              <a:spcBef>
                <a:spcPct val="40000"/>
              </a:spcBef>
              <a:spcAft>
                <a:spcPct val="0"/>
              </a:spcAft>
              <a:buFontTx/>
              <a:buAutoNum type="arabicPlain"/>
            </a:pPr>
            <a:r>
              <a:rPr lang="en-US" altLang="zh-CN" b="1">
                <a:solidFill>
                  <a:srgbClr val="000000"/>
                </a:solidFill>
              </a:rPr>
              <a:t>A = 2</a:t>
            </a:r>
          </a:p>
          <a:p>
            <a:pPr eaLnBrk="1" fontAlgn="base" hangingPunct="1">
              <a:lnSpc>
                <a:spcPct val="85000"/>
              </a:lnSpc>
              <a:spcBef>
                <a:spcPct val="40000"/>
              </a:spcBef>
              <a:spcAft>
                <a:spcPct val="0"/>
              </a:spcAft>
              <a:buFontTx/>
              <a:buAutoNum type="arabicPlain"/>
            </a:pPr>
            <a:r>
              <a:rPr lang="en-US" altLang="zh-CN" b="1">
                <a:solidFill>
                  <a:srgbClr val="000000"/>
                </a:solidFill>
              </a:rPr>
              <a:t>X &gt; 1</a:t>
            </a:r>
          </a:p>
          <a:p>
            <a:pPr eaLnBrk="1" fontAlgn="base" hangingPunct="1">
              <a:lnSpc>
                <a:spcPct val="85000"/>
              </a:lnSpc>
              <a:spcBef>
                <a:spcPct val="40000"/>
              </a:spcBef>
              <a:spcAft>
                <a:spcPct val="0"/>
              </a:spcAft>
              <a:buFontTx/>
              <a:buAutoNum type="arabicPlain"/>
            </a:pPr>
            <a:r>
              <a:rPr lang="en-US" altLang="zh-CN" b="1">
                <a:solidFill>
                  <a:srgbClr val="000000"/>
                </a:solidFill>
              </a:rPr>
              <a:t>X = X + 1</a:t>
            </a:r>
          </a:p>
        </p:txBody>
      </p:sp>
      <p:sp>
        <p:nvSpPr>
          <p:cNvPr id="22534" name="Text Box 6">
            <a:extLst>
              <a:ext uri="{FF2B5EF4-FFF2-40B4-BE49-F238E27FC236}">
                <a16:creationId xmlns:a16="http://schemas.microsoft.com/office/drawing/2014/main" id="{51FD5493-0FE4-2AED-E5D3-7E056BBA3A3E}"/>
              </a:ext>
            </a:extLst>
          </p:cNvPr>
          <p:cNvSpPr txBox="1">
            <a:spLocks noChangeArrowheads="1"/>
          </p:cNvSpPr>
          <p:nvPr/>
        </p:nvSpPr>
        <p:spPr bwMode="auto">
          <a:xfrm>
            <a:off x="5519738" y="547688"/>
            <a:ext cx="4724400" cy="2665412"/>
          </a:xfrm>
          <a:prstGeom prst="rect">
            <a:avLst/>
          </a:prstGeom>
          <a:noFill/>
          <a:ln w="28575">
            <a:solidFill>
              <a:srgbClr val="FF0000"/>
            </a:solidFill>
            <a:prstDash val="dash"/>
            <a:miter lim="800000"/>
            <a:headEnd/>
            <a:tailEnd/>
          </a:ln>
          <a:effectLst/>
        </p:spPr>
        <p:txBody>
          <a:bodyPr>
            <a:spAutoFit/>
          </a:bodyPr>
          <a:lstStyle>
            <a:lvl1pPr marL="457200" indent="-4572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lnSpc>
                <a:spcPct val="85000"/>
              </a:lnSpc>
              <a:spcBef>
                <a:spcPct val="40000"/>
              </a:spcBef>
              <a:spcAft>
                <a:spcPct val="0"/>
              </a:spcAft>
            </a:pPr>
            <a:r>
              <a:rPr lang="zh-CN" altLang="en-US" sz="2000" b="1">
                <a:solidFill>
                  <a:srgbClr val="000000"/>
                </a:solidFill>
              </a:rPr>
              <a:t>测试用例格式：</a:t>
            </a:r>
          </a:p>
          <a:p>
            <a:pPr eaLnBrk="1" fontAlgn="base" hangingPunct="1">
              <a:lnSpc>
                <a:spcPct val="85000"/>
              </a:lnSpc>
              <a:spcBef>
                <a:spcPct val="40000"/>
              </a:spcBef>
              <a:spcAft>
                <a:spcPct val="0"/>
              </a:spcAft>
            </a:pPr>
            <a:r>
              <a:rPr lang="en-US" altLang="zh-CN" sz="2000" b="1">
                <a:solidFill>
                  <a:srgbClr val="000000"/>
                </a:solidFill>
              </a:rPr>
              <a:t>[</a:t>
            </a:r>
            <a:r>
              <a:rPr lang="zh-CN" altLang="en-US" sz="2000" b="1">
                <a:solidFill>
                  <a:srgbClr val="000000"/>
                </a:solidFill>
              </a:rPr>
              <a:t>输入的</a:t>
            </a:r>
            <a:r>
              <a:rPr lang="en-US" altLang="zh-CN" sz="2000" b="1">
                <a:solidFill>
                  <a:srgbClr val="000000"/>
                </a:solidFill>
              </a:rPr>
              <a:t>(A, B, X), </a:t>
            </a:r>
            <a:r>
              <a:rPr lang="zh-CN" altLang="en-US" sz="2000" b="1">
                <a:solidFill>
                  <a:srgbClr val="000000"/>
                </a:solidFill>
              </a:rPr>
              <a:t>输出的</a:t>
            </a:r>
            <a:r>
              <a:rPr lang="en-US" altLang="zh-CN" sz="2000" b="1">
                <a:solidFill>
                  <a:srgbClr val="000000"/>
                </a:solidFill>
              </a:rPr>
              <a:t>(A, B, X)]</a:t>
            </a:r>
          </a:p>
          <a:p>
            <a:pPr eaLnBrk="1" fontAlgn="base" hangingPunct="1">
              <a:lnSpc>
                <a:spcPct val="85000"/>
              </a:lnSpc>
              <a:spcBef>
                <a:spcPct val="40000"/>
              </a:spcBef>
              <a:spcAft>
                <a:spcPct val="0"/>
              </a:spcAft>
            </a:pPr>
            <a:r>
              <a:rPr lang="en-US" altLang="zh-CN" sz="2000" b="1">
                <a:solidFill>
                  <a:srgbClr val="000000"/>
                </a:solidFill>
              </a:rPr>
              <a:t>1 - 4 - 5 - 7                [(0, 1, 0),  (0, 1, 0)] </a:t>
            </a:r>
          </a:p>
          <a:p>
            <a:pPr eaLnBrk="1" fontAlgn="base" hangingPunct="1">
              <a:lnSpc>
                <a:spcPct val="85000"/>
              </a:lnSpc>
              <a:spcBef>
                <a:spcPct val="40000"/>
              </a:spcBef>
              <a:spcAft>
                <a:spcPct val="0"/>
              </a:spcAft>
            </a:pPr>
            <a:r>
              <a:rPr lang="en-US" altLang="zh-CN" sz="2000" b="1">
                <a:solidFill>
                  <a:srgbClr val="000000"/>
                </a:solidFill>
              </a:rPr>
              <a:t>1 - 4 - 5 - 6 - 7           [(0, 1, 2),  (0, 1, 3)] </a:t>
            </a:r>
          </a:p>
          <a:p>
            <a:pPr eaLnBrk="1" fontAlgn="base" hangingPunct="1">
              <a:lnSpc>
                <a:spcPct val="85000"/>
              </a:lnSpc>
              <a:spcBef>
                <a:spcPct val="40000"/>
              </a:spcBef>
              <a:spcAft>
                <a:spcPct val="0"/>
              </a:spcAft>
            </a:pPr>
            <a:r>
              <a:rPr lang="en-US" altLang="zh-CN" sz="2000" b="1">
                <a:solidFill>
                  <a:srgbClr val="000000"/>
                </a:solidFill>
              </a:rPr>
              <a:t>1 - 4 - 6 - 7              </a:t>
            </a:r>
            <a:r>
              <a:rPr lang="zh-CN" altLang="en-US" sz="2000" b="1">
                <a:solidFill>
                  <a:srgbClr val="000000"/>
                </a:solidFill>
              </a:rPr>
              <a:t>（不可能）</a:t>
            </a:r>
          </a:p>
          <a:p>
            <a:pPr eaLnBrk="1" fontAlgn="base" hangingPunct="1">
              <a:lnSpc>
                <a:spcPct val="85000"/>
              </a:lnSpc>
              <a:spcBef>
                <a:spcPct val="40000"/>
              </a:spcBef>
              <a:spcAft>
                <a:spcPct val="0"/>
              </a:spcAft>
            </a:pPr>
            <a:r>
              <a:rPr lang="en-US" altLang="zh-CN" sz="2000" b="1">
                <a:solidFill>
                  <a:srgbClr val="000000"/>
                </a:solidFill>
              </a:rPr>
              <a:t>1 - 2 - 4 - 6 - 7           [(2, 1, 1),  (2, 1, 2)]</a:t>
            </a:r>
          </a:p>
          <a:p>
            <a:pPr eaLnBrk="1" fontAlgn="base" hangingPunct="1">
              <a:lnSpc>
                <a:spcPct val="85000"/>
              </a:lnSpc>
              <a:spcBef>
                <a:spcPct val="40000"/>
              </a:spcBef>
              <a:spcAft>
                <a:spcPct val="0"/>
              </a:spcAft>
            </a:pPr>
            <a:r>
              <a:rPr lang="en-US" altLang="zh-CN" sz="2000" b="1">
                <a:solidFill>
                  <a:srgbClr val="000000"/>
                </a:solidFill>
              </a:rPr>
              <a:t>1 - 2 - 3 - 4 - 6 - 7      [(2, 0, 2),  (2, 0, 2)]</a:t>
            </a:r>
          </a:p>
        </p:txBody>
      </p:sp>
      <p:sp>
        <p:nvSpPr>
          <p:cNvPr id="164869" name="Text Box 5">
            <a:extLst>
              <a:ext uri="{FF2B5EF4-FFF2-40B4-BE49-F238E27FC236}">
                <a16:creationId xmlns:a16="http://schemas.microsoft.com/office/drawing/2014/main" id="{2C5816B1-D80A-36B8-021A-C73A1B0063F3}"/>
              </a:ext>
            </a:extLst>
          </p:cNvPr>
          <p:cNvSpPr txBox="1">
            <a:spLocks noChangeArrowheads="1"/>
          </p:cNvSpPr>
          <p:nvPr/>
        </p:nvSpPr>
        <p:spPr bwMode="auto">
          <a:xfrm>
            <a:off x="6167439" y="3429001"/>
            <a:ext cx="3887787" cy="2397125"/>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50000"/>
              </a:spcBef>
              <a:spcAft>
                <a:spcPct val="0"/>
              </a:spcAft>
            </a:pPr>
            <a:r>
              <a:rPr kumimoji="1" lang="zh-CN" altLang="en-US" sz="2000" b="1">
                <a:solidFill>
                  <a:srgbClr val="FF0000"/>
                </a:solidFill>
                <a:latin typeface="Times New Roman" panose="02020603050405020304" pitchFamily="18" charset="0"/>
                <a:ea typeface="宋体" panose="02010600030101010101" pitchFamily="2" charset="-122"/>
              </a:rPr>
              <a:t>某些独立路径不能单独进行测试</a:t>
            </a:r>
            <a:r>
              <a:rPr kumimoji="1" lang="zh-CN" altLang="en-US" sz="2000" b="1">
                <a:solidFill>
                  <a:srgbClr val="000000"/>
                </a:solidFill>
                <a:latin typeface="Times New Roman" panose="02020603050405020304" pitchFamily="18" charset="0"/>
                <a:ea typeface="宋体" panose="02010600030101010101" pitchFamily="2" charset="-122"/>
              </a:rPr>
              <a:t>。也就是说，遍历路径所需的数据组合</a:t>
            </a:r>
            <a:r>
              <a:rPr kumimoji="1" lang="zh-CN" altLang="en-US" sz="2000" b="1">
                <a:solidFill>
                  <a:srgbClr val="FF0000"/>
                </a:solidFill>
                <a:latin typeface="Times New Roman" panose="02020603050405020304" pitchFamily="18" charset="0"/>
                <a:ea typeface="宋体" panose="02010600030101010101" pitchFamily="2" charset="-122"/>
              </a:rPr>
              <a:t>不能形成程序的正常流</a:t>
            </a:r>
            <a:r>
              <a:rPr kumimoji="1" lang="zh-CN" altLang="en-US" sz="2000" b="1">
                <a:solidFill>
                  <a:srgbClr val="000000"/>
                </a:solidFill>
                <a:latin typeface="Times New Roman" panose="02020603050405020304" pitchFamily="18" charset="0"/>
                <a:ea typeface="宋体" panose="02010600030101010101" pitchFamily="2" charset="-122"/>
              </a:rPr>
              <a:t>。在这种情况下，这些路径作为另一个路径的一</a:t>
            </a:r>
            <a:r>
              <a:rPr kumimoji="1" lang="zh-CN" altLang="en-US" sz="2000" b="1">
                <a:solidFill>
                  <a:srgbClr val="FF0000"/>
                </a:solidFill>
                <a:latin typeface="Times New Roman" panose="02020603050405020304" pitchFamily="18" charset="0"/>
                <a:ea typeface="宋体" panose="02010600030101010101" pitchFamily="2" charset="-122"/>
              </a:rPr>
              <a:t>部分</a:t>
            </a:r>
            <a:r>
              <a:rPr kumimoji="1" lang="zh-CN" altLang="en-US" sz="2000" b="1">
                <a:solidFill>
                  <a:srgbClr val="000000"/>
                </a:solidFill>
                <a:latin typeface="Times New Roman" panose="02020603050405020304" pitchFamily="18" charset="0"/>
                <a:ea typeface="宋体" panose="02010600030101010101" pitchFamily="2" charset="-122"/>
              </a:rPr>
              <a:t>进行测试。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4869"/>
                                        </p:tgtEl>
                                        <p:attrNameLst>
                                          <p:attrName>style.visibility</p:attrName>
                                        </p:attrNameLst>
                                      </p:cBhvr>
                                      <p:to>
                                        <p:strVal val="visible"/>
                                      </p:to>
                                    </p:set>
                                    <p:anim calcmode="lin" valueType="num">
                                      <p:cBhvr additive="base">
                                        <p:cTn id="7" dur="2000" fill="hold"/>
                                        <p:tgtEl>
                                          <p:spTgt spid="164869"/>
                                        </p:tgtEl>
                                        <p:attrNameLst>
                                          <p:attrName>ppt_x</p:attrName>
                                        </p:attrNameLst>
                                      </p:cBhvr>
                                      <p:tavLst>
                                        <p:tav tm="0">
                                          <p:val>
                                            <p:strVal val="#ppt_x"/>
                                          </p:val>
                                        </p:tav>
                                        <p:tav tm="100000">
                                          <p:val>
                                            <p:strVal val="#ppt_x"/>
                                          </p:val>
                                        </p:tav>
                                      </p:tavLst>
                                    </p:anim>
                                    <p:anim calcmode="lin" valueType="num">
                                      <p:cBhvr additive="base">
                                        <p:cTn id="8" dur="2000" fill="hold"/>
                                        <p:tgtEl>
                                          <p:spTgt spid="1648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40A6D310-D446-9267-9130-8950B904AD14}"/>
              </a:ext>
            </a:extLst>
          </p:cNvPr>
          <p:cNvSpPr>
            <a:spLocks noGrp="1" noChangeArrowheads="1"/>
          </p:cNvSpPr>
          <p:nvPr>
            <p:ph type="sldNum" sz="quarter" idx="12"/>
          </p:nvPr>
        </p:nvSpPr>
        <p:spPr>
          <a:ln/>
        </p:spPr>
        <p:txBody>
          <a:bodyPr/>
          <a:lstStyle/>
          <a:p>
            <a:pPr fontAlgn="base">
              <a:spcBef>
                <a:spcPct val="0"/>
              </a:spcBef>
              <a:spcAft>
                <a:spcPct val="0"/>
              </a:spcAft>
            </a:pPr>
            <a:fld id="{43D150EF-FDC0-47CF-A0A8-19248967A8E1}" type="slidenum">
              <a:rPr kumimoji="1" lang="en-US" altLang="zh-CN">
                <a:solidFill>
                  <a:srgbClr val="000000"/>
                </a:solidFill>
                <a:ea typeface="宋体" panose="02010600030101010101" pitchFamily="2" charset="-122"/>
              </a:rPr>
              <a:pPr fontAlgn="base">
                <a:spcBef>
                  <a:spcPct val="0"/>
                </a:spcBef>
                <a:spcAft>
                  <a:spcPct val="0"/>
                </a:spcAft>
              </a:pPr>
              <a:t>17</a:t>
            </a:fld>
            <a:endParaRPr kumimoji="1" lang="en-US" altLang="zh-CN">
              <a:solidFill>
                <a:srgbClr val="000000"/>
              </a:solidFill>
              <a:ea typeface="宋体" panose="02010600030101010101" pitchFamily="2" charset="-122"/>
            </a:endParaRPr>
          </a:p>
        </p:txBody>
      </p:sp>
      <p:sp>
        <p:nvSpPr>
          <p:cNvPr id="235522" name="Rectangle 2">
            <a:extLst>
              <a:ext uri="{FF2B5EF4-FFF2-40B4-BE49-F238E27FC236}">
                <a16:creationId xmlns:a16="http://schemas.microsoft.com/office/drawing/2014/main" id="{69988EF2-D6BC-8328-FF2A-9AC60FA9709F}"/>
              </a:ext>
            </a:extLst>
          </p:cNvPr>
          <p:cNvSpPr>
            <a:spLocks noGrp="1" noChangeArrowheads="1"/>
          </p:cNvSpPr>
          <p:nvPr>
            <p:ph type="title"/>
          </p:nvPr>
        </p:nvSpPr>
        <p:spPr/>
        <p:txBody>
          <a:bodyPr/>
          <a:lstStyle/>
          <a:p>
            <a:r>
              <a:rPr lang="zh-CN" altLang="en-US"/>
              <a:t>本章内容</a:t>
            </a:r>
          </a:p>
        </p:txBody>
      </p:sp>
      <p:sp>
        <p:nvSpPr>
          <p:cNvPr id="235523" name="Rectangle 3">
            <a:extLst>
              <a:ext uri="{FF2B5EF4-FFF2-40B4-BE49-F238E27FC236}">
                <a16:creationId xmlns:a16="http://schemas.microsoft.com/office/drawing/2014/main" id="{D85E52EA-34F8-8707-B861-E46F30CD6E39}"/>
              </a:ext>
            </a:extLst>
          </p:cNvPr>
          <p:cNvSpPr>
            <a:spLocks noGrp="1" noChangeArrowheads="1"/>
          </p:cNvSpPr>
          <p:nvPr>
            <p:ph type="body" idx="1"/>
          </p:nvPr>
        </p:nvSpPr>
        <p:spPr>
          <a:xfrm>
            <a:off x="1981200" y="908051"/>
            <a:ext cx="8229600" cy="5078413"/>
          </a:xfrm>
        </p:spPr>
        <p:txBody>
          <a:bodyPr/>
          <a:lstStyle/>
          <a:p>
            <a:pPr>
              <a:lnSpc>
                <a:spcPct val="180000"/>
              </a:lnSpc>
            </a:pPr>
            <a:r>
              <a:rPr lang="en-US" altLang="zh-CN"/>
              <a:t>18.1 </a:t>
            </a:r>
            <a:r>
              <a:rPr lang="zh-CN" altLang="en-US"/>
              <a:t>软件测试基础</a:t>
            </a:r>
          </a:p>
          <a:p>
            <a:pPr>
              <a:lnSpc>
                <a:spcPct val="180000"/>
              </a:lnSpc>
            </a:pPr>
            <a:r>
              <a:rPr lang="en-US" altLang="zh-CN"/>
              <a:t>18.2 </a:t>
            </a:r>
            <a:r>
              <a:rPr lang="zh-CN" altLang="en-US"/>
              <a:t>测试的内部视角和外部视角</a:t>
            </a:r>
          </a:p>
          <a:p>
            <a:pPr>
              <a:lnSpc>
                <a:spcPct val="180000"/>
              </a:lnSpc>
            </a:pPr>
            <a:r>
              <a:rPr lang="en-US" altLang="zh-CN"/>
              <a:t>18.3 </a:t>
            </a:r>
            <a:r>
              <a:rPr lang="zh-CN" altLang="en-US"/>
              <a:t>白盒测试</a:t>
            </a:r>
          </a:p>
          <a:p>
            <a:pPr>
              <a:lnSpc>
                <a:spcPct val="180000"/>
              </a:lnSpc>
            </a:pPr>
            <a:r>
              <a:rPr lang="en-US" altLang="zh-CN"/>
              <a:t>18.4 </a:t>
            </a:r>
            <a:r>
              <a:rPr lang="zh-CN" altLang="en-US"/>
              <a:t>基本路径测试</a:t>
            </a:r>
          </a:p>
          <a:p>
            <a:pPr>
              <a:lnSpc>
                <a:spcPct val="180000"/>
              </a:lnSpc>
            </a:pPr>
            <a:r>
              <a:rPr lang="en-US" altLang="zh-CN"/>
              <a:t>18.5 </a:t>
            </a:r>
            <a:r>
              <a:rPr lang="zh-CN" altLang="en-US"/>
              <a:t>控制结构测试</a:t>
            </a:r>
          </a:p>
          <a:p>
            <a:pPr>
              <a:lnSpc>
                <a:spcPct val="180000"/>
              </a:lnSpc>
            </a:pPr>
            <a:r>
              <a:rPr lang="en-US" altLang="zh-CN">
                <a:solidFill>
                  <a:srgbClr val="FF0000"/>
                </a:solidFill>
              </a:rPr>
              <a:t>18.6 </a:t>
            </a:r>
            <a:r>
              <a:rPr lang="zh-CN" altLang="en-US">
                <a:solidFill>
                  <a:srgbClr val="FF0000"/>
                </a:solidFill>
              </a:rPr>
              <a:t>黑盒测试</a:t>
            </a:r>
          </a:p>
          <a:p>
            <a:pPr>
              <a:lnSpc>
                <a:spcPct val="180000"/>
              </a:lnSpc>
            </a:pPr>
            <a:r>
              <a:rPr lang="en-US" altLang="zh-CN"/>
              <a:t>18.7 </a:t>
            </a:r>
            <a:r>
              <a:rPr lang="zh-CN" altLang="en-US"/>
              <a:t>基于模型的测试</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9D792EC9-BFA6-7541-5D81-44AE486BB1CF}"/>
              </a:ext>
            </a:extLst>
          </p:cNvPr>
          <p:cNvSpPr>
            <a:spLocks noGrp="1" noChangeArrowheads="1"/>
          </p:cNvSpPr>
          <p:nvPr>
            <p:ph type="sldNum" sz="quarter" idx="12"/>
          </p:nvPr>
        </p:nvSpPr>
        <p:spPr>
          <a:ln/>
        </p:spPr>
        <p:txBody>
          <a:bodyPr/>
          <a:lstStyle/>
          <a:p>
            <a:pPr fontAlgn="base">
              <a:spcBef>
                <a:spcPct val="0"/>
              </a:spcBef>
              <a:spcAft>
                <a:spcPct val="0"/>
              </a:spcAft>
            </a:pPr>
            <a:fld id="{24E7CB5F-AEDA-4ABA-BD56-7D189BE75C98}" type="slidenum">
              <a:rPr kumimoji="1" lang="en-US" altLang="zh-CN">
                <a:solidFill>
                  <a:srgbClr val="000000"/>
                </a:solidFill>
                <a:ea typeface="宋体" panose="02010600030101010101" pitchFamily="2" charset="-122"/>
              </a:rPr>
              <a:pPr fontAlgn="base">
                <a:spcBef>
                  <a:spcPct val="0"/>
                </a:spcBef>
                <a:spcAft>
                  <a:spcPct val="0"/>
                </a:spcAft>
              </a:pPr>
              <a:t>18</a:t>
            </a:fld>
            <a:endParaRPr kumimoji="1" lang="en-US" altLang="zh-CN">
              <a:solidFill>
                <a:srgbClr val="000000"/>
              </a:solidFill>
              <a:ea typeface="宋体" panose="02010600030101010101" pitchFamily="2" charset="-122"/>
            </a:endParaRPr>
          </a:p>
        </p:txBody>
      </p:sp>
      <p:pic>
        <p:nvPicPr>
          <p:cNvPr id="183298" name="Picture 5">
            <a:extLst>
              <a:ext uri="{FF2B5EF4-FFF2-40B4-BE49-F238E27FC236}">
                <a16:creationId xmlns:a16="http://schemas.microsoft.com/office/drawing/2014/main" id="{BD217FDA-234B-BEBF-E138-F6EA68A041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72264" y="3500439"/>
            <a:ext cx="3495675" cy="229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2" name="Rectangle 2">
            <a:extLst>
              <a:ext uri="{FF2B5EF4-FFF2-40B4-BE49-F238E27FC236}">
                <a16:creationId xmlns:a16="http://schemas.microsoft.com/office/drawing/2014/main" id="{83178FB6-192C-0618-722C-459D2F494EBB}"/>
              </a:ext>
            </a:extLst>
          </p:cNvPr>
          <p:cNvSpPr>
            <a:spLocks noGrp="1" noChangeArrowheads="1"/>
          </p:cNvSpPr>
          <p:nvPr>
            <p:ph type="title" idx="4294967295"/>
          </p:nvPr>
        </p:nvSpPr>
        <p:spPr>
          <a:xfrm>
            <a:off x="1919288" y="260350"/>
            <a:ext cx="7772400" cy="647700"/>
          </a:xfrm>
        </p:spPr>
        <p:txBody>
          <a:bodyPr/>
          <a:lstStyle/>
          <a:p>
            <a:pPr eaLnBrk="1" hangingPunct="1"/>
            <a:r>
              <a:rPr lang="en-US" altLang="zh-CN"/>
              <a:t>15.6 </a:t>
            </a:r>
            <a:r>
              <a:rPr lang="zh-CN" altLang="en-US"/>
              <a:t>黑盒测试</a:t>
            </a:r>
          </a:p>
        </p:txBody>
      </p:sp>
      <p:sp>
        <p:nvSpPr>
          <p:cNvPr id="5123" name="Rectangle 3">
            <a:extLst>
              <a:ext uri="{FF2B5EF4-FFF2-40B4-BE49-F238E27FC236}">
                <a16:creationId xmlns:a16="http://schemas.microsoft.com/office/drawing/2014/main" id="{604A4AF9-92E1-124A-5EE8-3AFFADAA4081}"/>
              </a:ext>
            </a:extLst>
          </p:cNvPr>
          <p:cNvSpPr>
            <a:spLocks noGrp="1" noChangeArrowheads="1"/>
          </p:cNvSpPr>
          <p:nvPr>
            <p:ph idx="4294967295"/>
          </p:nvPr>
        </p:nvSpPr>
        <p:spPr>
          <a:xfrm>
            <a:off x="1919289" y="1004888"/>
            <a:ext cx="8353425" cy="4800600"/>
          </a:xfrm>
        </p:spPr>
        <p:txBody>
          <a:bodyPr/>
          <a:lstStyle/>
          <a:p>
            <a:pPr eaLnBrk="1" hangingPunct="1">
              <a:lnSpc>
                <a:spcPct val="150000"/>
              </a:lnSpc>
              <a:spcBef>
                <a:spcPct val="50000"/>
              </a:spcBef>
            </a:pPr>
            <a:r>
              <a:rPr lang="zh-CN" altLang="en-US"/>
              <a:t>把测试对象看做一个</a:t>
            </a:r>
            <a:r>
              <a:rPr lang="zh-CN" altLang="en-US">
                <a:solidFill>
                  <a:schemeClr val="accent2"/>
                </a:solidFill>
              </a:rPr>
              <a:t>黑盒子</a:t>
            </a:r>
            <a:r>
              <a:rPr lang="zh-CN" altLang="en-US"/>
              <a:t>：测试人员完全</a:t>
            </a:r>
            <a:r>
              <a:rPr lang="zh-CN" altLang="en-US">
                <a:solidFill>
                  <a:schemeClr val="accent2"/>
                </a:solidFill>
              </a:rPr>
              <a:t>不考虑</a:t>
            </a:r>
            <a:r>
              <a:rPr lang="zh-CN" altLang="en-US"/>
              <a:t>程序内部的</a:t>
            </a:r>
            <a:r>
              <a:rPr lang="zh-CN" altLang="en-US">
                <a:solidFill>
                  <a:schemeClr val="accent2"/>
                </a:solidFill>
              </a:rPr>
              <a:t>逻辑结构</a:t>
            </a:r>
            <a:r>
              <a:rPr lang="zh-CN" altLang="en-US"/>
              <a:t>和</a:t>
            </a:r>
            <a:r>
              <a:rPr lang="zh-CN" altLang="en-US">
                <a:solidFill>
                  <a:schemeClr val="accent2"/>
                </a:solidFill>
              </a:rPr>
              <a:t>内部特性</a:t>
            </a:r>
            <a:r>
              <a:rPr lang="zh-CN" altLang="en-US"/>
              <a:t>，只依据程序的需求规格说明书，检查程序的</a:t>
            </a:r>
            <a:r>
              <a:rPr lang="zh-CN" altLang="en-US">
                <a:solidFill>
                  <a:srgbClr val="FF0000"/>
                </a:solidFill>
              </a:rPr>
              <a:t>功能</a:t>
            </a:r>
            <a:r>
              <a:rPr lang="zh-CN" altLang="en-US"/>
              <a:t>是否符合它的功能说明。</a:t>
            </a:r>
          </a:p>
          <a:p>
            <a:pPr eaLnBrk="1" hangingPunct="1">
              <a:lnSpc>
                <a:spcPct val="150000"/>
              </a:lnSpc>
              <a:spcBef>
                <a:spcPct val="50000"/>
              </a:spcBef>
            </a:pPr>
            <a:r>
              <a:rPr lang="zh-CN" altLang="en-US"/>
              <a:t>在测试</a:t>
            </a:r>
            <a:r>
              <a:rPr lang="zh-CN" altLang="en-US">
                <a:solidFill>
                  <a:schemeClr val="accent2"/>
                </a:solidFill>
              </a:rPr>
              <a:t>后期</a:t>
            </a:r>
            <a:r>
              <a:rPr lang="zh-CN" altLang="en-US"/>
              <a:t>进行，作为发现其他类型错误的辅助方法</a:t>
            </a:r>
          </a:p>
          <a:p>
            <a:pPr eaLnBrk="1" hangingPunct="1">
              <a:lnSpc>
                <a:spcPct val="150000"/>
              </a:lnSpc>
              <a:spcBef>
                <a:spcPct val="50000"/>
              </a:spcBef>
            </a:pPr>
            <a:r>
              <a:rPr lang="zh-CN" altLang="en-US"/>
              <a:t>又叫做</a:t>
            </a:r>
            <a:r>
              <a:rPr lang="zh-CN" altLang="en-US">
                <a:solidFill>
                  <a:schemeClr val="accent2"/>
                </a:solidFill>
              </a:rPr>
              <a:t>功能测试、行为测试</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1ABC7A1F-D6EC-D8B5-229C-D0E4E58616BA}"/>
              </a:ext>
            </a:extLst>
          </p:cNvPr>
          <p:cNvSpPr>
            <a:spLocks noGrp="1" noChangeArrowheads="1"/>
          </p:cNvSpPr>
          <p:nvPr>
            <p:ph type="sldNum" sz="quarter" idx="12"/>
          </p:nvPr>
        </p:nvSpPr>
        <p:spPr>
          <a:ln/>
        </p:spPr>
        <p:txBody>
          <a:bodyPr/>
          <a:lstStyle/>
          <a:p>
            <a:pPr fontAlgn="base">
              <a:spcBef>
                <a:spcPct val="0"/>
              </a:spcBef>
              <a:spcAft>
                <a:spcPct val="0"/>
              </a:spcAft>
            </a:pPr>
            <a:fld id="{EC19B3B4-E60C-468C-AA86-F6889A057B11}" type="slidenum">
              <a:rPr kumimoji="1" lang="en-US" altLang="zh-CN">
                <a:solidFill>
                  <a:srgbClr val="000000"/>
                </a:solidFill>
                <a:ea typeface="宋体" panose="02010600030101010101" pitchFamily="2" charset="-122"/>
              </a:rPr>
              <a:pPr fontAlgn="base">
                <a:spcBef>
                  <a:spcPct val="0"/>
                </a:spcBef>
                <a:spcAft>
                  <a:spcPct val="0"/>
                </a:spcAft>
              </a:pPr>
              <a:t>19</a:t>
            </a:fld>
            <a:endParaRPr kumimoji="1" lang="en-US" altLang="zh-CN">
              <a:solidFill>
                <a:srgbClr val="000000"/>
              </a:solidFill>
              <a:ea typeface="宋体" panose="02010600030101010101" pitchFamily="2" charset="-122"/>
            </a:endParaRPr>
          </a:p>
        </p:txBody>
      </p:sp>
      <p:sp>
        <p:nvSpPr>
          <p:cNvPr id="62466" name="Rectangle 1026">
            <a:extLst>
              <a:ext uri="{FF2B5EF4-FFF2-40B4-BE49-F238E27FC236}">
                <a16:creationId xmlns:a16="http://schemas.microsoft.com/office/drawing/2014/main" id="{E8841A94-0163-EFBC-33C8-E1CD7F35FAEE}"/>
              </a:ext>
            </a:extLst>
          </p:cNvPr>
          <p:cNvSpPr>
            <a:spLocks noGrp="1" noChangeArrowheads="1"/>
          </p:cNvSpPr>
          <p:nvPr>
            <p:ph type="title" idx="4294967295"/>
          </p:nvPr>
        </p:nvSpPr>
        <p:spPr>
          <a:xfrm>
            <a:off x="1919288" y="260351"/>
            <a:ext cx="7772400" cy="720725"/>
          </a:xfrm>
        </p:spPr>
        <p:txBody>
          <a:bodyPr/>
          <a:lstStyle/>
          <a:p>
            <a:pPr eaLnBrk="1" hangingPunct="1"/>
            <a:r>
              <a:rPr lang="zh-CN" altLang="en-US"/>
              <a:t>黑盒测试</a:t>
            </a:r>
            <a:endParaRPr lang="en-US" altLang="zh-CN"/>
          </a:p>
        </p:txBody>
      </p:sp>
      <p:sp>
        <p:nvSpPr>
          <p:cNvPr id="62467" name="Rectangle 1027">
            <a:extLst>
              <a:ext uri="{FF2B5EF4-FFF2-40B4-BE49-F238E27FC236}">
                <a16:creationId xmlns:a16="http://schemas.microsoft.com/office/drawing/2014/main" id="{FD93C192-9EBC-0414-7328-42DCBA1B77DB}"/>
              </a:ext>
            </a:extLst>
          </p:cNvPr>
          <p:cNvSpPr>
            <a:spLocks noGrp="1" noChangeArrowheads="1"/>
          </p:cNvSpPr>
          <p:nvPr>
            <p:ph idx="4294967295"/>
          </p:nvPr>
        </p:nvSpPr>
        <p:spPr>
          <a:xfrm>
            <a:off x="1919288" y="1268414"/>
            <a:ext cx="8367712" cy="4751387"/>
          </a:xfrm>
        </p:spPr>
        <p:txBody>
          <a:bodyPr/>
          <a:lstStyle/>
          <a:p>
            <a:pPr eaLnBrk="1" hangingPunct="1">
              <a:lnSpc>
                <a:spcPct val="150000"/>
              </a:lnSpc>
              <a:spcBef>
                <a:spcPct val="50000"/>
              </a:spcBef>
            </a:pPr>
            <a:r>
              <a:rPr lang="zh-CN" altLang="en-US" sz="2800">
                <a:latin typeface="宋体" panose="02010600030101010101" pitchFamily="2" charset="-122"/>
              </a:rPr>
              <a:t>主要是为了发现以下错误</a:t>
            </a:r>
            <a:r>
              <a:rPr lang="en-US" altLang="zh-CN" sz="2800">
                <a:latin typeface="宋体" panose="02010600030101010101" pitchFamily="2" charset="-122"/>
              </a:rPr>
              <a:t>:</a:t>
            </a:r>
          </a:p>
          <a:p>
            <a:pPr lvl="1" eaLnBrk="1" hangingPunct="1">
              <a:lnSpc>
                <a:spcPct val="150000"/>
              </a:lnSpc>
              <a:spcBef>
                <a:spcPct val="50000"/>
              </a:spcBef>
            </a:pPr>
            <a:r>
              <a:rPr lang="zh-CN" altLang="en-US" sz="2200">
                <a:latin typeface="宋体" panose="02010600030101010101" pitchFamily="2" charset="-122"/>
              </a:rPr>
              <a:t>是否有</a:t>
            </a:r>
            <a:r>
              <a:rPr lang="zh-CN" altLang="en-US" sz="2200">
                <a:solidFill>
                  <a:schemeClr val="accent2"/>
                </a:solidFill>
                <a:latin typeface="宋体" panose="02010600030101010101" pitchFamily="2" charset="-122"/>
              </a:rPr>
              <a:t>不正确或遗漏了的功能</a:t>
            </a:r>
            <a:r>
              <a:rPr lang="en-US" altLang="zh-CN" sz="2200">
                <a:latin typeface="宋体" panose="02010600030101010101" pitchFamily="2" charset="-122"/>
              </a:rPr>
              <a:t>?</a:t>
            </a:r>
          </a:p>
          <a:p>
            <a:pPr lvl="1" eaLnBrk="1" hangingPunct="1">
              <a:lnSpc>
                <a:spcPct val="150000"/>
              </a:lnSpc>
              <a:spcBef>
                <a:spcPct val="50000"/>
              </a:spcBef>
            </a:pPr>
            <a:r>
              <a:rPr lang="zh-CN" altLang="en-US" sz="2200">
                <a:latin typeface="宋体" panose="02010600030101010101" pitchFamily="2" charset="-122"/>
              </a:rPr>
              <a:t>在接口处，</a:t>
            </a:r>
            <a:r>
              <a:rPr lang="zh-CN" altLang="en-US" sz="2200">
                <a:solidFill>
                  <a:schemeClr val="accent2"/>
                </a:solidFill>
                <a:latin typeface="宋体" panose="02010600030101010101" pitchFamily="2" charset="-122"/>
              </a:rPr>
              <a:t>输入能否正确地接受</a:t>
            </a:r>
            <a:r>
              <a:rPr lang="en-US" altLang="zh-CN" sz="2200">
                <a:latin typeface="宋体" panose="02010600030101010101" pitchFamily="2" charset="-122"/>
              </a:rPr>
              <a:t>? </a:t>
            </a:r>
            <a:r>
              <a:rPr lang="zh-CN" altLang="en-US" sz="2200">
                <a:solidFill>
                  <a:schemeClr val="accent2"/>
                </a:solidFill>
                <a:latin typeface="宋体" panose="02010600030101010101" pitchFamily="2" charset="-122"/>
              </a:rPr>
              <a:t>能否输出正确的结果</a:t>
            </a:r>
            <a:r>
              <a:rPr lang="en-US" altLang="zh-CN" sz="2200">
                <a:latin typeface="宋体" panose="02010600030101010101" pitchFamily="2" charset="-122"/>
              </a:rPr>
              <a:t>?</a:t>
            </a:r>
          </a:p>
          <a:p>
            <a:pPr lvl="1" eaLnBrk="1" hangingPunct="1">
              <a:lnSpc>
                <a:spcPct val="150000"/>
              </a:lnSpc>
              <a:spcBef>
                <a:spcPct val="50000"/>
              </a:spcBef>
            </a:pPr>
            <a:r>
              <a:rPr lang="zh-CN" altLang="en-US" sz="2200">
                <a:latin typeface="宋体" panose="02010600030101010101" pitchFamily="2" charset="-122"/>
              </a:rPr>
              <a:t>是否有</a:t>
            </a:r>
            <a:r>
              <a:rPr lang="zh-CN" altLang="en-US" sz="2200">
                <a:solidFill>
                  <a:schemeClr val="accent2"/>
                </a:solidFill>
                <a:latin typeface="宋体" panose="02010600030101010101" pitchFamily="2" charset="-122"/>
              </a:rPr>
              <a:t>数据结构错误</a:t>
            </a:r>
            <a:r>
              <a:rPr lang="zh-CN" altLang="en-US" sz="2200">
                <a:latin typeface="宋体" panose="02010600030101010101" pitchFamily="2" charset="-122"/>
              </a:rPr>
              <a:t>或</a:t>
            </a:r>
            <a:r>
              <a:rPr lang="zh-CN" altLang="en-US" sz="2200">
                <a:solidFill>
                  <a:schemeClr val="accent2"/>
                </a:solidFill>
                <a:latin typeface="宋体" panose="02010600030101010101" pitchFamily="2" charset="-122"/>
              </a:rPr>
              <a:t>外部信息</a:t>
            </a:r>
            <a:r>
              <a:rPr lang="en-US" altLang="zh-CN" sz="2200">
                <a:latin typeface="宋体" panose="02010600030101010101" pitchFamily="2" charset="-122"/>
              </a:rPr>
              <a:t>(</a:t>
            </a:r>
            <a:r>
              <a:rPr lang="zh-CN" altLang="en-US" sz="2200">
                <a:latin typeface="宋体" panose="02010600030101010101" pitchFamily="2" charset="-122"/>
              </a:rPr>
              <a:t>例如数据文件</a:t>
            </a:r>
            <a:r>
              <a:rPr lang="en-US" altLang="zh-CN" sz="2200">
                <a:latin typeface="宋体" panose="02010600030101010101" pitchFamily="2" charset="-122"/>
              </a:rPr>
              <a:t>)</a:t>
            </a:r>
            <a:r>
              <a:rPr lang="zh-CN" altLang="en-US" sz="2200">
                <a:solidFill>
                  <a:schemeClr val="accent2"/>
                </a:solidFill>
                <a:latin typeface="宋体" panose="02010600030101010101" pitchFamily="2" charset="-122"/>
              </a:rPr>
              <a:t>访问错误</a:t>
            </a:r>
            <a:r>
              <a:rPr lang="en-US" altLang="zh-CN" sz="2200">
                <a:latin typeface="宋体" panose="02010600030101010101" pitchFamily="2" charset="-122"/>
              </a:rPr>
              <a:t>?</a:t>
            </a:r>
          </a:p>
          <a:p>
            <a:pPr lvl="1" eaLnBrk="1" hangingPunct="1">
              <a:lnSpc>
                <a:spcPct val="150000"/>
              </a:lnSpc>
              <a:spcBef>
                <a:spcPct val="50000"/>
              </a:spcBef>
            </a:pPr>
            <a:r>
              <a:rPr lang="zh-CN" altLang="en-US" sz="2200">
                <a:solidFill>
                  <a:schemeClr val="accent2"/>
                </a:solidFill>
                <a:latin typeface="宋体" panose="02010600030101010101" pitchFamily="2" charset="-122"/>
              </a:rPr>
              <a:t>性能</a:t>
            </a:r>
            <a:r>
              <a:rPr lang="zh-CN" altLang="en-US" sz="2200">
                <a:latin typeface="宋体" panose="02010600030101010101" pitchFamily="2" charset="-122"/>
              </a:rPr>
              <a:t>上是否能够满足要求</a:t>
            </a:r>
            <a:r>
              <a:rPr lang="en-US" altLang="zh-CN" sz="2200">
                <a:latin typeface="宋体" panose="02010600030101010101" pitchFamily="2" charset="-122"/>
              </a:rPr>
              <a:t>?</a:t>
            </a:r>
          </a:p>
          <a:p>
            <a:pPr lvl="1" eaLnBrk="1" hangingPunct="1">
              <a:lnSpc>
                <a:spcPct val="150000"/>
              </a:lnSpc>
              <a:spcBef>
                <a:spcPct val="50000"/>
              </a:spcBef>
            </a:pPr>
            <a:r>
              <a:rPr lang="zh-CN" altLang="en-US" sz="2200">
                <a:latin typeface="宋体" panose="02010600030101010101" pitchFamily="2" charset="-122"/>
              </a:rPr>
              <a:t>是否有</a:t>
            </a:r>
            <a:r>
              <a:rPr lang="zh-CN" altLang="en-US" sz="2200">
                <a:solidFill>
                  <a:schemeClr val="accent2"/>
                </a:solidFill>
                <a:latin typeface="宋体" panose="02010600030101010101" pitchFamily="2" charset="-122"/>
              </a:rPr>
              <a:t>初始化或终止性错误</a:t>
            </a:r>
            <a:r>
              <a:rPr lang="en-US" altLang="zh-CN" sz="2200">
                <a:latin typeface="宋体" panose="02010600030101010101" pitchFamily="2" charset="-122"/>
              </a:rPr>
              <a:t>?</a:t>
            </a:r>
            <a:endParaRPr lang="en-US" altLang="zh-CN" sz="22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4281D554-B436-1B67-DB52-476E49A05DA7}"/>
              </a:ext>
            </a:extLst>
          </p:cNvPr>
          <p:cNvSpPr>
            <a:spLocks noGrp="1" noChangeArrowheads="1"/>
          </p:cNvSpPr>
          <p:nvPr>
            <p:ph type="sldNum" sz="quarter" idx="12"/>
          </p:nvPr>
        </p:nvSpPr>
        <p:spPr>
          <a:ln/>
        </p:spPr>
        <p:txBody>
          <a:bodyPr/>
          <a:lstStyle/>
          <a:p>
            <a:pPr fontAlgn="base">
              <a:spcBef>
                <a:spcPct val="0"/>
              </a:spcBef>
              <a:spcAft>
                <a:spcPct val="0"/>
              </a:spcAft>
            </a:pPr>
            <a:fld id="{9480B1DA-FDEE-4542-8141-2FE1D9B83A37}" type="slidenum">
              <a:rPr kumimoji="1" lang="en-US" altLang="zh-CN">
                <a:solidFill>
                  <a:srgbClr val="000000"/>
                </a:solidFill>
                <a:ea typeface="宋体" panose="02010600030101010101" pitchFamily="2" charset="-122"/>
              </a:rPr>
              <a:pPr fontAlgn="base">
                <a:spcBef>
                  <a:spcPct val="0"/>
                </a:spcBef>
                <a:spcAft>
                  <a:spcPct val="0"/>
                </a:spcAft>
              </a:pPr>
              <a:t>20</a:t>
            </a:fld>
            <a:endParaRPr kumimoji="1" lang="en-US" altLang="zh-CN">
              <a:solidFill>
                <a:srgbClr val="000000"/>
              </a:solidFill>
              <a:ea typeface="宋体" panose="02010600030101010101" pitchFamily="2" charset="-122"/>
            </a:endParaRPr>
          </a:p>
        </p:txBody>
      </p:sp>
      <p:sp>
        <p:nvSpPr>
          <p:cNvPr id="210946" name="Rectangle 2">
            <a:extLst>
              <a:ext uri="{FF2B5EF4-FFF2-40B4-BE49-F238E27FC236}">
                <a16:creationId xmlns:a16="http://schemas.microsoft.com/office/drawing/2014/main" id="{0A885E5F-305B-E9B4-0B1A-12DA4E51FBEF}"/>
              </a:ext>
            </a:extLst>
          </p:cNvPr>
          <p:cNvSpPr>
            <a:spLocks noGrp="1" noChangeArrowheads="1"/>
          </p:cNvSpPr>
          <p:nvPr>
            <p:ph type="title"/>
          </p:nvPr>
        </p:nvSpPr>
        <p:spPr/>
        <p:txBody>
          <a:bodyPr/>
          <a:lstStyle/>
          <a:p>
            <a:r>
              <a:rPr lang="zh-CN" altLang="en-US"/>
              <a:t>黑盒测试</a:t>
            </a:r>
          </a:p>
        </p:txBody>
      </p:sp>
      <p:sp>
        <p:nvSpPr>
          <p:cNvPr id="210947" name="Rectangle 3">
            <a:extLst>
              <a:ext uri="{FF2B5EF4-FFF2-40B4-BE49-F238E27FC236}">
                <a16:creationId xmlns:a16="http://schemas.microsoft.com/office/drawing/2014/main" id="{4AAD10A8-2D70-1F0F-9A9C-9F0DBA144B1A}"/>
              </a:ext>
            </a:extLst>
          </p:cNvPr>
          <p:cNvSpPr>
            <a:spLocks noGrp="1" noChangeArrowheads="1"/>
          </p:cNvSpPr>
          <p:nvPr>
            <p:ph type="body" idx="1"/>
          </p:nvPr>
        </p:nvSpPr>
        <p:spPr/>
        <p:txBody>
          <a:bodyPr/>
          <a:lstStyle/>
          <a:p>
            <a:pPr>
              <a:lnSpc>
                <a:spcPct val="150000"/>
              </a:lnSpc>
              <a:spcBef>
                <a:spcPct val="30000"/>
              </a:spcBef>
            </a:pPr>
            <a:r>
              <a:rPr lang="zh-CN" altLang="en-US" sz="2600"/>
              <a:t>设计黑盒测试要回答下述问题：</a:t>
            </a:r>
            <a:endParaRPr lang="en-US" altLang="zh-CN" sz="2600"/>
          </a:p>
          <a:p>
            <a:pPr lvl="1">
              <a:lnSpc>
                <a:spcPct val="150000"/>
              </a:lnSpc>
              <a:spcBef>
                <a:spcPct val="30000"/>
              </a:spcBef>
            </a:pPr>
            <a:r>
              <a:rPr lang="zh-CN" altLang="en-US" sz="2200"/>
              <a:t>如何测试功能的</a:t>
            </a:r>
            <a:r>
              <a:rPr lang="zh-CN" altLang="en-US" sz="2200">
                <a:solidFill>
                  <a:srgbClr val="FF0000"/>
                </a:solidFill>
              </a:rPr>
              <a:t>有效性</a:t>
            </a:r>
            <a:r>
              <a:rPr lang="en-US" altLang="zh-CN" sz="2200"/>
              <a:t>?</a:t>
            </a:r>
          </a:p>
          <a:p>
            <a:pPr lvl="1">
              <a:lnSpc>
                <a:spcPct val="150000"/>
              </a:lnSpc>
              <a:spcBef>
                <a:spcPct val="30000"/>
              </a:spcBef>
            </a:pPr>
            <a:r>
              <a:rPr lang="zh-CN" altLang="en-US" sz="2200"/>
              <a:t>如何测试系统的</a:t>
            </a:r>
            <a:r>
              <a:rPr lang="zh-CN" altLang="en-US" sz="2200">
                <a:solidFill>
                  <a:srgbClr val="FF0000"/>
                </a:solidFill>
              </a:rPr>
              <a:t>行为和性能</a:t>
            </a:r>
            <a:r>
              <a:rPr lang="en-US" altLang="zh-CN" sz="2200"/>
              <a:t>?</a:t>
            </a:r>
          </a:p>
          <a:p>
            <a:pPr lvl="1">
              <a:lnSpc>
                <a:spcPct val="150000"/>
              </a:lnSpc>
              <a:spcBef>
                <a:spcPct val="30000"/>
              </a:spcBef>
            </a:pPr>
            <a:r>
              <a:rPr lang="zh-CN" altLang="en-US" sz="2200"/>
              <a:t>哪种类型的输入会产生</a:t>
            </a:r>
            <a:r>
              <a:rPr lang="zh-CN" altLang="en-US" sz="2200">
                <a:solidFill>
                  <a:srgbClr val="FF0000"/>
                </a:solidFill>
              </a:rPr>
              <a:t>好的测试用例</a:t>
            </a:r>
            <a:r>
              <a:rPr lang="en-US" altLang="zh-CN" sz="2200"/>
              <a:t>?</a:t>
            </a:r>
          </a:p>
          <a:p>
            <a:pPr lvl="1">
              <a:lnSpc>
                <a:spcPct val="150000"/>
              </a:lnSpc>
              <a:spcBef>
                <a:spcPct val="30000"/>
              </a:spcBef>
            </a:pPr>
            <a:r>
              <a:rPr lang="zh-CN" altLang="en-US" sz="2200"/>
              <a:t>系统是否对特定的</a:t>
            </a:r>
            <a:r>
              <a:rPr lang="zh-CN" altLang="en-US" sz="2200">
                <a:solidFill>
                  <a:srgbClr val="FF0000"/>
                </a:solidFill>
              </a:rPr>
              <a:t>输入值特别敏感</a:t>
            </a:r>
            <a:r>
              <a:rPr lang="en-US" altLang="zh-CN" sz="2200"/>
              <a:t>?</a:t>
            </a:r>
          </a:p>
          <a:p>
            <a:pPr lvl="1">
              <a:lnSpc>
                <a:spcPct val="150000"/>
              </a:lnSpc>
              <a:spcBef>
                <a:spcPct val="30000"/>
              </a:spcBef>
            </a:pPr>
            <a:r>
              <a:rPr lang="zh-CN" altLang="en-US" sz="2200"/>
              <a:t>如何分离数据类的</a:t>
            </a:r>
            <a:r>
              <a:rPr lang="zh-CN" altLang="en-US" sz="2200">
                <a:solidFill>
                  <a:srgbClr val="FF0000"/>
                </a:solidFill>
              </a:rPr>
              <a:t>边界</a:t>
            </a:r>
            <a:r>
              <a:rPr lang="en-US" altLang="zh-CN" sz="2200"/>
              <a:t>?</a:t>
            </a:r>
          </a:p>
          <a:p>
            <a:pPr lvl="1">
              <a:lnSpc>
                <a:spcPct val="150000"/>
              </a:lnSpc>
              <a:spcBef>
                <a:spcPct val="30000"/>
              </a:spcBef>
            </a:pPr>
            <a:r>
              <a:rPr lang="zh-CN" altLang="en-US" sz="2200"/>
              <a:t>系统能承受什么样的</a:t>
            </a:r>
            <a:r>
              <a:rPr lang="zh-CN" altLang="en-US" sz="2200">
                <a:solidFill>
                  <a:srgbClr val="FF0000"/>
                </a:solidFill>
              </a:rPr>
              <a:t>数据速率</a:t>
            </a:r>
            <a:r>
              <a:rPr lang="zh-CN" altLang="en-US" sz="2200"/>
              <a:t>和</a:t>
            </a:r>
            <a:r>
              <a:rPr lang="zh-CN" altLang="en-US" sz="2200">
                <a:solidFill>
                  <a:srgbClr val="FF0000"/>
                </a:solidFill>
              </a:rPr>
              <a:t>数据量</a:t>
            </a:r>
            <a:r>
              <a:rPr lang="en-US" altLang="zh-CN" sz="2200"/>
              <a:t>?</a:t>
            </a:r>
          </a:p>
          <a:p>
            <a:pPr lvl="1">
              <a:lnSpc>
                <a:spcPct val="150000"/>
              </a:lnSpc>
              <a:spcBef>
                <a:spcPct val="30000"/>
              </a:spcBef>
            </a:pPr>
            <a:r>
              <a:rPr lang="zh-CN" altLang="en-US" sz="2200">
                <a:solidFill>
                  <a:srgbClr val="FF0000"/>
                </a:solidFill>
              </a:rPr>
              <a:t>特定类型的数据组合</a:t>
            </a:r>
            <a:r>
              <a:rPr lang="zh-CN" altLang="en-US" sz="2200"/>
              <a:t>会对系统运行产生什么样的影响</a:t>
            </a:r>
            <a:r>
              <a:rPr lang="en-US" altLang="zh-CN" sz="2200"/>
              <a:t>?</a:t>
            </a:r>
            <a:endParaRPr lang="zh-CN" altLang="en-US" sz="22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FE7B41E0-885B-8BA1-CA66-15E3D0645C33}"/>
              </a:ext>
            </a:extLst>
          </p:cNvPr>
          <p:cNvSpPr>
            <a:spLocks noGrp="1" noChangeArrowheads="1"/>
          </p:cNvSpPr>
          <p:nvPr>
            <p:ph type="sldNum" sz="quarter" idx="12"/>
          </p:nvPr>
        </p:nvSpPr>
        <p:spPr>
          <a:ln/>
        </p:spPr>
        <p:txBody>
          <a:bodyPr/>
          <a:lstStyle/>
          <a:p>
            <a:pPr fontAlgn="base">
              <a:spcBef>
                <a:spcPct val="0"/>
              </a:spcBef>
              <a:spcAft>
                <a:spcPct val="0"/>
              </a:spcAft>
            </a:pPr>
            <a:fld id="{6B056D9C-ACD0-4037-A162-043A0B54E23F}" type="slidenum">
              <a:rPr kumimoji="1" lang="en-US" altLang="zh-CN">
                <a:solidFill>
                  <a:srgbClr val="000000"/>
                </a:solidFill>
                <a:ea typeface="宋体" panose="02010600030101010101" pitchFamily="2" charset="-122"/>
              </a:rPr>
              <a:pPr fontAlgn="base">
                <a:spcBef>
                  <a:spcPct val="0"/>
                </a:spcBef>
                <a:spcAft>
                  <a:spcPct val="0"/>
                </a:spcAft>
              </a:pPr>
              <a:t>21</a:t>
            </a:fld>
            <a:endParaRPr kumimoji="1" lang="en-US" altLang="zh-CN">
              <a:solidFill>
                <a:srgbClr val="000000"/>
              </a:solidFill>
              <a:ea typeface="宋体" panose="02010600030101010101" pitchFamily="2" charset="-122"/>
            </a:endParaRPr>
          </a:p>
        </p:txBody>
      </p:sp>
      <p:sp>
        <p:nvSpPr>
          <p:cNvPr id="61442" name="Rectangle 1026">
            <a:extLst>
              <a:ext uri="{FF2B5EF4-FFF2-40B4-BE49-F238E27FC236}">
                <a16:creationId xmlns:a16="http://schemas.microsoft.com/office/drawing/2014/main" id="{BF68622A-B496-DEED-E4DB-8AFC00EFF55C}"/>
              </a:ext>
            </a:extLst>
          </p:cNvPr>
          <p:cNvSpPr>
            <a:spLocks noGrp="1" noChangeArrowheads="1"/>
          </p:cNvSpPr>
          <p:nvPr>
            <p:ph type="title" idx="4294967295"/>
          </p:nvPr>
        </p:nvSpPr>
        <p:spPr>
          <a:xfrm>
            <a:off x="1919288" y="260351"/>
            <a:ext cx="7772400" cy="720725"/>
          </a:xfrm>
        </p:spPr>
        <p:txBody>
          <a:bodyPr/>
          <a:lstStyle/>
          <a:p>
            <a:pPr eaLnBrk="1" hangingPunct="1"/>
            <a:r>
              <a:rPr lang="zh-CN" altLang="en-US"/>
              <a:t>黑盒测试</a:t>
            </a:r>
            <a:endParaRPr lang="en-US" altLang="zh-CN"/>
          </a:p>
        </p:txBody>
      </p:sp>
      <p:sp>
        <p:nvSpPr>
          <p:cNvPr id="61443" name="Rectangle 1027">
            <a:extLst>
              <a:ext uri="{FF2B5EF4-FFF2-40B4-BE49-F238E27FC236}">
                <a16:creationId xmlns:a16="http://schemas.microsoft.com/office/drawing/2014/main" id="{890071D3-994A-1361-8CB0-1F28CA29E713}"/>
              </a:ext>
            </a:extLst>
          </p:cNvPr>
          <p:cNvSpPr>
            <a:spLocks noGrp="1" noChangeArrowheads="1"/>
          </p:cNvSpPr>
          <p:nvPr>
            <p:ph idx="4294967295"/>
          </p:nvPr>
        </p:nvSpPr>
        <p:spPr>
          <a:xfrm>
            <a:off x="1919288" y="981075"/>
            <a:ext cx="8280400" cy="3886200"/>
          </a:xfrm>
        </p:spPr>
        <p:txBody>
          <a:bodyPr/>
          <a:lstStyle/>
          <a:p>
            <a:pPr eaLnBrk="1" hangingPunct="1">
              <a:lnSpc>
                <a:spcPct val="150000"/>
              </a:lnSpc>
              <a:spcBef>
                <a:spcPct val="25000"/>
              </a:spcBef>
            </a:pPr>
            <a:r>
              <a:rPr lang="zh-CN" altLang="en-US"/>
              <a:t>穷举不可行：</a:t>
            </a:r>
          </a:p>
          <a:p>
            <a:pPr lvl="1" eaLnBrk="1" hangingPunct="1">
              <a:lnSpc>
                <a:spcPct val="150000"/>
              </a:lnSpc>
              <a:spcBef>
                <a:spcPct val="25000"/>
              </a:spcBef>
            </a:pPr>
            <a:r>
              <a:rPr lang="zh-CN" altLang="en-US" sz="2200">
                <a:latin typeface="宋体" panose="02010600030101010101" pitchFamily="2" charset="-122"/>
              </a:rPr>
              <a:t>程序</a:t>
            </a:r>
            <a:r>
              <a:rPr lang="en-US" altLang="zh-CN" sz="2200">
                <a:latin typeface="宋体" panose="02010600030101010101" pitchFamily="2" charset="-122"/>
              </a:rPr>
              <a:t>P</a:t>
            </a:r>
            <a:r>
              <a:rPr lang="zh-CN" altLang="en-US" sz="2200">
                <a:latin typeface="宋体" panose="02010600030101010101" pitchFamily="2" charset="-122"/>
              </a:rPr>
              <a:t>的输入为</a:t>
            </a:r>
            <a:r>
              <a:rPr lang="en-US" altLang="zh-CN" sz="2200">
                <a:latin typeface="宋体" panose="02010600030101010101" pitchFamily="2" charset="-122"/>
              </a:rPr>
              <a:t>X</a:t>
            </a:r>
            <a:r>
              <a:rPr lang="zh-CN" altLang="en-US" sz="2200">
                <a:latin typeface="宋体" panose="02010600030101010101" pitchFamily="2" charset="-122"/>
              </a:rPr>
              <a:t>和</a:t>
            </a:r>
            <a:r>
              <a:rPr lang="en-US" altLang="zh-CN" sz="2200">
                <a:latin typeface="宋体" panose="02010600030101010101" pitchFamily="2" charset="-122"/>
              </a:rPr>
              <a:t>Y</a:t>
            </a:r>
            <a:r>
              <a:rPr lang="zh-CN" altLang="en-US" sz="2200">
                <a:latin typeface="宋体" panose="02010600030101010101" pitchFamily="2" charset="-122"/>
              </a:rPr>
              <a:t>；输出为</a:t>
            </a:r>
            <a:r>
              <a:rPr lang="en-US" altLang="zh-CN" sz="2200">
                <a:latin typeface="宋体" panose="02010600030101010101" pitchFamily="2" charset="-122"/>
              </a:rPr>
              <a:t>Z</a:t>
            </a:r>
            <a:r>
              <a:rPr lang="zh-CN" altLang="en-US" sz="2200">
                <a:latin typeface="宋体" panose="02010600030101010101" pitchFamily="2" charset="-122"/>
              </a:rPr>
              <a:t>。在字长为</a:t>
            </a:r>
            <a:r>
              <a:rPr lang="en-US" altLang="zh-CN" sz="2200">
                <a:latin typeface="宋体" panose="02010600030101010101" pitchFamily="2" charset="-122"/>
              </a:rPr>
              <a:t>32</a:t>
            </a:r>
            <a:r>
              <a:rPr lang="zh-CN" altLang="en-US" sz="2200">
                <a:latin typeface="宋体" panose="02010600030101010101" pitchFamily="2" charset="-122"/>
              </a:rPr>
              <a:t>位的计算机上运行。</a:t>
            </a:r>
            <a:r>
              <a:rPr lang="en-US" altLang="zh-CN" sz="2200">
                <a:latin typeface="宋体" panose="02010600030101010101" pitchFamily="2" charset="-122"/>
              </a:rPr>
              <a:t>X</a:t>
            </a:r>
            <a:r>
              <a:rPr lang="zh-CN" altLang="en-US" sz="2200">
                <a:latin typeface="宋体" panose="02010600030101010101" pitchFamily="2" charset="-122"/>
              </a:rPr>
              <a:t>、</a:t>
            </a:r>
            <a:r>
              <a:rPr lang="en-US" altLang="zh-CN" sz="2200">
                <a:latin typeface="宋体" panose="02010600030101010101" pitchFamily="2" charset="-122"/>
              </a:rPr>
              <a:t>Y</a:t>
            </a:r>
            <a:r>
              <a:rPr lang="zh-CN" altLang="en-US" sz="2200">
                <a:latin typeface="宋体" panose="02010600030101010101" pitchFamily="2" charset="-122"/>
              </a:rPr>
              <a:t>取整数，按黑盒方法进行穷举测试：</a:t>
            </a:r>
          </a:p>
          <a:p>
            <a:pPr lvl="1" eaLnBrk="1" hangingPunct="1">
              <a:lnSpc>
                <a:spcPct val="150000"/>
              </a:lnSpc>
              <a:spcBef>
                <a:spcPct val="25000"/>
              </a:spcBef>
            </a:pPr>
            <a:r>
              <a:rPr lang="zh-CN" altLang="en-US" sz="2200">
                <a:latin typeface="宋体" panose="02010600030101010101" pitchFamily="2" charset="-122"/>
              </a:rPr>
              <a:t>可能采用的测试用例数：</a:t>
            </a:r>
            <a:r>
              <a:rPr lang="en-US" altLang="zh-CN" sz="2200">
                <a:latin typeface="宋体" panose="02010600030101010101" pitchFamily="2" charset="-122"/>
              </a:rPr>
              <a:t>2</a:t>
            </a:r>
            <a:r>
              <a:rPr lang="en-US" altLang="zh-CN" sz="2200" baseline="30000">
                <a:latin typeface="宋体" panose="02010600030101010101" pitchFamily="2" charset="-122"/>
              </a:rPr>
              <a:t>32</a:t>
            </a:r>
            <a:r>
              <a:rPr lang="en-US" altLang="zh-CN" sz="2200">
                <a:latin typeface="宋体" panose="02010600030101010101" pitchFamily="2" charset="-122"/>
              </a:rPr>
              <a:t>×2</a:t>
            </a:r>
            <a:r>
              <a:rPr lang="en-US" altLang="zh-CN" sz="2200" baseline="30000">
                <a:latin typeface="宋体" panose="02010600030101010101" pitchFamily="2" charset="-122"/>
              </a:rPr>
              <a:t>32</a:t>
            </a:r>
            <a:r>
              <a:rPr lang="zh-CN" altLang="en-US" sz="2200">
                <a:latin typeface="宋体" panose="02010600030101010101" pitchFamily="2" charset="-122"/>
              </a:rPr>
              <a:t>＝</a:t>
            </a:r>
            <a:r>
              <a:rPr lang="en-US" altLang="zh-CN" sz="2200">
                <a:solidFill>
                  <a:srgbClr val="003399"/>
                </a:solidFill>
                <a:latin typeface="宋体" panose="02010600030101010101" pitchFamily="2" charset="-122"/>
              </a:rPr>
              <a:t>2</a:t>
            </a:r>
            <a:r>
              <a:rPr lang="en-US" altLang="zh-CN" sz="2200" baseline="30000">
                <a:solidFill>
                  <a:srgbClr val="003399"/>
                </a:solidFill>
                <a:latin typeface="宋体" panose="02010600030101010101" pitchFamily="2" charset="-122"/>
              </a:rPr>
              <a:t>64</a:t>
            </a:r>
            <a:r>
              <a:rPr lang="zh-CN" altLang="en-US" sz="2200">
                <a:solidFill>
                  <a:srgbClr val="003399"/>
                </a:solidFill>
                <a:latin typeface="宋体" panose="02010600030101010101" pitchFamily="2" charset="-122"/>
              </a:rPr>
              <a:t>，</a:t>
            </a:r>
            <a:r>
              <a:rPr lang="zh-CN" altLang="en-US" sz="2200">
                <a:latin typeface="宋体" panose="02010600030101010101" pitchFamily="2" charset="-122"/>
              </a:rPr>
              <a:t>如果测试一组数据需要</a:t>
            </a:r>
            <a:r>
              <a:rPr lang="en-US" altLang="zh-CN" sz="2200">
                <a:latin typeface="宋体" panose="02010600030101010101" pitchFamily="2" charset="-122"/>
              </a:rPr>
              <a:t>1</a:t>
            </a:r>
            <a:r>
              <a:rPr lang="zh-CN" altLang="en-US" sz="2200">
                <a:latin typeface="宋体" panose="02010600030101010101" pitchFamily="2" charset="-122"/>
              </a:rPr>
              <a:t>毫秒，一年工作</a:t>
            </a:r>
            <a:r>
              <a:rPr lang="en-US" altLang="zh-CN" sz="2200">
                <a:latin typeface="宋体" panose="02010600030101010101" pitchFamily="2" charset="-122"/>
              </a:rPr>
              <a:t>365×24</a:t>
            </a:r>
            <a:r>
              <a:rPr lang="zh-CN" altLang="en-US" sz="2200">
                <a:latin typeface="宋体" panose="02010600030101010101" pitchFamily="2" charset="-122"/>
              </a:rPr>
              <a:t>小时，完成所有测试需</a:t>
            </a:r>
            <a:r>
              <a:rPr lang="en-US" altLang="zh-CN" sz="2200">
                <a:solidFill>
                  <a:srgbClr val="003399"/>
                </a:solidFill>
                <a:latin typeface="宋体" panose="02010600030101010101" pitchFamily="2" charset="-122"/>
              </a:rPr>
              <a:t>5</a:t>
            </a:r>
            <a:r>
              <a:rPr lang="zh-CN" altLang="en-US" sz="2200">
                <a:solidFill>
                  <a:srgbClr val="003399"/>
                </a:solidFill>
                <a:latin typeface="宋体" panose="02010600030101010101" pitchFamily="2" charset="-122"/>
              </a:rPr>
              <a:t>亿年</a:t>
            </a:r>
            <a:r>
              <a:rPr lang="zh-CN" altLang="en-US" sz="2200">
                <a:latin typeface="宋体" panose="02010600030101010101" pitchFamily="2" charset="-122"/>
              </a:rPr>
              <a:t>。</a:t>
            </a:r>
            <a:endParaRPr lang="zh-CN" altLang="en-US" sz="2200"/>
          </a:p>
        </p:txBody>
      </p:sp>
      <p:pic>
        <p:nvPicPr>
          <p:cNvPr id="185348" name="Picture 1028">
            <a:extLst>
              <a:ext uri="{FF2B5EF4-FFF2-40B4-BE49-F238E27FC236}">
                <a16:creationId xmlns:a16="http://schemas.microsoft.com/office/drawing/2014/main" id="{6D18B77E-DE4B-FE15-E7B4-316336BC43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9514" y="3860800"/>
            <a:ext cx="4175125" cy="225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1D39E964-438D-4446-853D-004FF1C3E18F}"/>
              </a:ext>
            </a:extLst>
          </p:cNvPr>
          <p:cNvSpPr>
            <a:spLocks noGrp="1" noChangeArrowheads="1"/>
          </p:cNvSpPr>
          <p:nvPr>
            <p:ph type="sldNum" sz="quarter" idx="12"/>
          </p:nvPr>
        </p:nvSpPr>
        <p:spPr>
          <a:ln/>
        </p:spPr>
        <p:txBody>
          <a:bodyPr/>
          <a:lstStyle/>
          <a:p>
            <a:pPr fontAlgn="base">
              <a:spcBef>
                <a:spcPct val="0"/>
              </a:spcBef>
              <a:spcAft>
                <a:spcPct val="0"/>
              </a:spcAft>
            </a:pPr>
            <a:fld id="{01E51E81-A191-4A9E-9A9F-5709134C9872}" type="slidenum">
              <a:rPr kumimoji="1" lang="en-US" altLang="zh-CN">
                <a:solidFill>
                  <a:srgbClr val="000000"/>
                </a:solidFill>
                <a:ea typeface="宋体" panose="02010600030101010101" pitchFamily="2" charset="-122"/>
              </a:rPr>
              <a:pPr fontAlgn="base">
                <a:spcBef>
                  <a:spcPct val="0"/>
                </a:spcBef>
                <a:spcAft>
                  <a:spcPct val="0"/>
                </a:spcAft>
              </a:pPr>
              <a:t>22</a:t>
            </a:fld>
            <a:endParaRPr kumimoji="1" lang="en-US" altLang="zh-CN">
              <a:solidFill>
                <a:srgbClr val="000000"/>
              </a:solidFill>
              <a:ea typeface="宋体" panose="02010600030101010101" pitchFamily="2" charset="-122"/>
            </a:endParaRPr>
          </a:p>
        </p:txBody>
      </p:sp>
      <p:sp>
        <p:nvSpPr>
          <p:cNvPr id="8194" name="Rectangle 2">
            <a:extLst>
              <a:ext uri="{FF2B5EF4-FFF2-40B4-BE49-F238E27FC236}">
                <a16:creationId xmlns:a16="http://schemas.microsoft.com/office/drawing/2014/main" id="{D02A6F9B-ACFA-F155-9D0C-3B63FC551284}"/>
              </a:ext>
            </a:extLst>
          </p:cNvPr>
          <p:cNvSpPr>
            <a:spLocks noGrp="1" noChangeArrowheads="1"/>
          </p:cNvSpPr>
          <p:nvPr>
            <p:ph type="title" idx="4294967295"/>
          </p:nvPr>
        </p:nvSpPr>
        <p:spPr>
          <a:xfrm>
            <a:off x="1919288" y="260350"/>
            <a:ext cx="7772400" cy="647700"/>
          </a:xfrm>
        </p:spPr>
        <p:txBody>
          <a:bodyPr/>
          <a:lstStyle/>
          <a:p>
            <a:pPr eaLnBrk="1" hangingPunct="1"/>
            <a:r>
              <a:rPr lang="zh-CN" altLang="en-US"/>
              <a:t>黑盒测试</a:t>
            </a:r>
            <a:endParaRPr lang="en-US" altLang="zh-CN"/>
          </a:p>
        </p:txBody>
      </p:sp>
      <p:sp>
        <p:nvSpPr>
          <p:cNvPr id="8195" name="Rectangle 3">
            <a:extLst>
              <a:ext uri="{FF2B5EF4-FFF2-40B4-BE49-F238E27FC236}">
                <a16:creationId xmlns:a16="http://schemas.microsoft.com/office/drawing/2014/main" id="{B729CC41-6FD4-B080-047D-1FB3EE072567}"/>
              </a:ext>
            </a:extLst>
          </p:cNvPr>
          <p:cNvSpPr>
            <a:spLocks noGrp="1" noChangeArrowheads="1"/>
          </p:cNvSpPr>
          <p:nvPr>
            <p:ph idx="4294967295"/>
          </p:nvPr>
        </p:nvSpPr>
        <p:spPr>
          <a:xfrm>
            <a:off x="1847851" y="1003300"/>
            <a:ext cx="8424863" cy="1849438"/>
          </a:xfrm>
        </p:spPr>
        <p:txBody>
          <a:bodyPr/>
          <a:lstStyle/>
          <a:p>
            <a:pPr eaLnBrk="1" hangingPunct="1">
              <a:lnSpc>
                <a:spcPct val="120000"/>
              </a:lnSpc>
              <a:spcBef>
                <a:spcPct val="50000"/>
              </a:spcBef>
            </a:pPr>
            <a:r>
              <a:rPr lang="zh-CN" altLang="en-US" sz="2800"/>
              <a:t>等价划分：</a:t>
            </a:r>
          </a:p>
          <a:p>
            <a:pPr lvl="1" eaLnBrk="1" hangingPunct="1">
              <a:lnSpc>
                <a:spcPct val="120000"/>
              </a:lnSpc>
              <a:spcBef>
                <a:spcPct val="50000"/>
              </a:spcBef>
            </a:pPr>
            <a:r>
              <a:rPr lang="zh-CN" altLang="en-US"/>
              <a:t>将程序输入划分为若干个数据类， 以生成测试用例</a:t>
            </a:r>
          </a:p>
          <a:p>
            <a:pPr lvl="1" eaLnBrk="1" hangingPunct="1">
              <a:lnSpc>
                <a:spcPct val="120000"/>
              </a:lnSpc>
              <a:spcBef>
                <a:spcPct val="50000"/>
              </a:spcBef>
            </a:pPr>
            <a:r>
              <a:rPr lang="zh-CN" altLang="en-US"/>
              <a:t>等价类</a:t>
            </a:r>
          </a:p>
        </p:txBody>
      </p:sp>
      <p:pic>
        <p:nvPicPr>
          <p:cNvPr id="186372" name="Picture 4">
            <a:extLst>
              <a:ext uri="{FF2B5EF4-FFF2-40B4-BE49-F238E27FC236}">
                <a16:creationId xmlns:a16="http://schemas.microsoft.com/office/drawing/2014/main" id="{E29FA4F5-78AF-8C15-CF26-664C23F99E2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9876" y="2781300"/>
            <a:ext cx="3959225" cy="3284538"/>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CF4962DE-F848-299F-CD02-CAA6AF747B6A}"/>
              </a:ext>
            </a:extLst>
          </p:cNvPr>
          <p:cNvSpPr>
            <a:spLocks noGrp="1" noChangeArrowheads="1"/>
          </p:cNvSpPr>
          <p:nvPr>
            <p:ph type="sldNum" sz="quarter" idx="12"/>
          </p:nvPr>
        </p:nvSpPr>
        <p:spPr>
          <a:ln/>
        </p:spPr>
        <p:txBody>
          <a:bodyPr/>
          <a:lstStyle/>
          <a:p>
            <a:pPr fontAlgn="base">
              <a:spcBef>
                <a:spcPct val="0"/>
              </a:spcBef>
              <a:spcAft>
                <a:spcPct val="0"/>
              </a:spcAft>
            </a:pPr>
            <a:fld id="{10E1629B-F75D-46DA-991B-20D88340D6FB}" type="slidenum">
              <a:rPr kumimoji="1" lang="en-US" altLang="zh-CN">
                <a:solidFill>
                  <a:srgbClr val="000000"/>
                </a:solidFill>
                <a:ea typeface="宋体" panose="02010600030101010101" pitchFamily="2" charset="-122"/>
              </a:rPr>
              <a:pPr fontAlgn="base">
                <a:spcBef>
                  <a:spcPct val="0"/>
                </a:spcBef>
                <a:spcAft>
                  <a:spcPct val="0"/>
                </a:spcAft>
              </a:pPr>
              <a:t>23</a:t>
            </a:fld>
            <a:endParaRPr kumimoji="1" lang="en-US" altLang="zh-CN">
              <a:solidFill>
                <a:srgbClr val="000000"/>
              </a:solidFill>
              <a:ea typeface="宋体" panose="02010600030101010101" pitchFamily="2" charset="-122"/>
            </a:endParaRPr>
          </a:p>
        </p:txBody>
      </p:sp>
      <p:sp>
        <p:nvSpPr>
          <p:cNvPr id="31746" name="Rectangle 2">
            <a:extLst>
              <a:ext uri="{FF2B5EF4-FFF2-40B4-BE49-F238E27FC236}">
                <a16:creationId xmlns:a16="http://schemas.microsoft.com/office/drawing/2014/main" id="{BA531DC4-7136-E092-5997-FA277B83E90E}"/>
              </a:ext>
            </a:extLst>
          </p:cNvPr>
          <p:cNvSpPr>
            <a:spLocks noGrp="1" noChangeArrowheads="1"/>
          </p:cNvSpPr>
          <p:nvPr>
            <p:ph type="title" idx="4294967295"/>
          </p:nvPr>
        </p:nvSpPr>
        <p:spPr>
          <a:xfrm>
            <a:off x="1919288" y="260351"/>
            <a:ext cx="7772400" cy="720725"/>
          </a:xfrm>
        </p:spPr>
        <p:txBody>
          <a:bodyPr/>
          <a:lstStyle/>
          <a:p>
            <a:pPr eaLnBrk="1" hangingPunct="1"/>
            <a:r>
              <a:rPr lang="zh-CN" altLang="en-US"/>
              <a:t>等价类划分</a:t>
            </a:r>
          </a:p>
        </p:txBody>
      </p:sp>
      <p:sp>
        <p:nvSpPr>
          <p:cNvPr id="31747" name="Rectangle 3">
            <a:extLst>
              <a:ext uri="{FF2B5EF4-FFF2-40B4-BE49-F238E27FC236}">
                <a16:creationId xmlns:a16="http://schemas.microsoft.com/office/drawing/2014/main" id="{B3438CDB-0054-7D10-9DB7-5227B3889660}"/>
              </a:ext>
            </a:extLst>
          </p:cNvPr>
          <p:cNvSpPr>
            <a:spLocks noGrp="1" noChangeArrowheads="1"/>
          </p:cNvSpPr>
          <p:nvPr>
            <p:ph idx="4294967295"/>
          </p:nvPr>
        </p:nvSpPr>
        <p:spPr>
          <a:xfrm>
            <a:off x="1919288" y="1125538"/>
            <a:ext cx="8208962" cy="4895850"/>
          </a:xfrm>
        </p:spPr>
        <p:txBody>
          <a:bodyPr/>
          <a:lstStyle/>
          <a:p>
            <a:pPr eaLnBrk="1" hangingPunct="1">
              <a:lnSpc>
                <a:spcPct val="150000"/>
              </a:lnSpc>
              <a:spcBef>
                <a:spcPct val="50000"/>
              </a:spcBef>
            </a:pPr>
            <a:r>
              <a:rPr lang="zh-CN" altLang="en-US"/>
              <a:t>等价类是指某个</a:t>
            </a:r>
            <a:r>
              <a:rPr lang="zh-CN" altLang="en-US">
                <a:solidFill>
                  <a:srgbClr val="FF0000"/>
                </a:solidFill>
              </a:rPr>
              <a:t>输入域的子集合</a:t>
            </a:r>
            <a:r>
              <a:rPr lang="zh-CN" altLang="en-US"/>
              <a:t>：</a:t>
            </a:r>
            <a:endParaRPr lang="en-US" altLang="zh-CN"/>
          </a:p>
          <a:p>
            <a:pPr lvl="1" eaLnBrk="1" hangingPunct="1">
              <a:lnSpc>
                <a:spcPct val="150000"/>
              </a:lnSpc>
              <a:spcBef>
                <a:spcPct val="50000"/>
              </a:spcBef>
            </a:pPr>
            <a:r>
              <a:rPr lang="zh-CN" altLang="en-US" sz="2200"/>
              <a:t>在该子集中，各个输入数据对于揭露程序错误都是</a:t>
            </a:r>
            <a:r>
              <a:rPr lang="zh-CN" altLang="en-US" sz="2200">
                <a:solidFill>
                  <a:schemeClr val="accent2"/>
                </a:solidFill>
              </a:rPr>
              <a:t>等效</a:t>
            </a:r>
            <a:r>
              <a:rPr lang="zh-CN" altLang="en-US" sz="2200"/>
              <a:t>的</a:t>
            </a:r>
          </a:p>
          <a:p>
            <a:pPr eaLnBrk="1" hangingPunct="1">
              <a:lnSpc>
                <a:spcPct val="150000"/>
              </a:lnSpc>
              <a:spcBef>
                <a:spcPct val="50000"/>
              </a:spcBef>
            </a:pPr>
            <a:r>
              <a:rPr lang="zh-CN" altLang="en-US"/>
              <a:t>等价类的划分有两种不同的情况：</a:t>
            </a:r>
          </a:p>
          <a:p>
            <a:pPr lvl="1" eaLnBrk="1" hangingPunct="1">
              <a:lnSpc>
                <a:spcPct val="150000"/>
              </a:lnSpc>
              <a:spcBef>
                <a:spcPct val="50000"/>
              </a:spcBef>
            </a:pPr>
            <a:r>
              <a:rPr lang="zh-CN" altLang="en-US" sz="2200">
                <a:solidFill>
                  <a:schemeClr val="accent2"/>
                </a:solidFill>
              </a:rPr>
              <a:t>有效等价类</a:t>
            </a:r>
            <a:r>
              <a:rPr lang="zh-CN" altLang="en-US" sz="2200"/>
              <a:t>：合理的，有意义的输入数据集合。 </a:t>
            </a:r>
          </a:p>
          <a:p>
            <a:pPr lvl="1" eaLnBrk="1" hangingPunct="1">
              <a:lnSpc>
                <a:spcPct val="150000"/>
              </a:lnSpc>
              <a:spcBef>
                <a:spcPct val="50000"/>
              </a:spcBef>
            </a:pPr>
            <a:r>
              <a:rPr lang="zh-CN" altLang="en-US" sz="2200">
                <a:solidFill>
                  <a:schemeClr val="accent2"/>
                </a:solidFill>
              </a:rPr>
              <a:t>无效等价类</a:t>
            </a:r>
            <a:r>
              <a:rPr lang="zh-CN" altLang="en-US" sz="2200"/>
              <a:t>：不合理的，无意义的输入数据集合。</a:t>
            </a:r>
          </a:p>
          <a:p>
            <a:pPr eaLnBrk="1" hangingPunct="1">
              <a:lnSpc>
                <a:spcPct val="150000"/>
              </a:lnSpc>
              <a:spcBef>
                <a:spcPct val="50000"/>
              </a:spcBef>
            </a:pPr>
            <a:r>
              <a:rPr lang="zh-CN" altLang="en-US"/>
              <a:t>在设计测试用例时，要同时考虑有效等价类和无效等价类的设计。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31747">
                                            <p:txEl>
                                              <p:pRg st="1" end="1"/>
                                            </p:txEl>
                                          </p:spTgt>
                                        </p:tgtEl>
                                        <p:attrNameLst>
                                          <p:attrName>style.visibility</p:attrName>
                                        </p:attrNameLst>
                                      </p:cBhvr>
                                      <p:to>
                                        <p:strVal val="visible"/>
                                      </p:to>
                                    </p:set>
                                    <p:animEffect transition="in" filter="diamond(in)">
                                      <p:cBhvr>
                                        <p:cTn id="7" dur="1000"/>
                                        <p:tgtEl>
                                          <p:spTgt spid="3174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31747">
                                            <p:txEl>
                                              <p:pRg st="2" end="2"/>
                                            </p:txEl>
                                          </p:spTgt>
                                        </p:tgtEl>
                                        <p:attrNameLst>
                                          <p:attrName>style.visibility</p:attrName>
                                        </p:attrNameLst>
                                      </p:cBhvr>
                                      <p:to>
                                        <p:strVal val="visible"/>
                                      </p:to>
                                    </p:set>
                                    <p:animEffect transition="in" filter="diamond(in)">
                                      <p:cBhvr>
                                        <p:cTn id="12" dur="1000"/>
                                        <p:tgtEl>
                                          <p:spTgt spid="3174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31747">
                                            <p:txEl>
                                              <p:pRg st="3" end="3"/>
                                            </p:txEl>
                                          </p:spTgt>
                                        </p:tgtEl>
                                        <p:attrNameLst>
                                          <p:attrName>style.visibility</p:attrName>
                                        </p:attrNameLst>
                                      </p:cBhvr>
                                      <p:to>
                                        <p:strVal val="visible"/>
                                      </p:to>
                                    </p:set>
                                    <p:animEffect transition="in" filter="diamond(in)">
                                      <p:cBhvr>
                                        <p:cTn id="17" dur="1000"/>
                                        <p:tgtEl>
                                          <p:spTgt spid="3174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ntr" presetSubtype="16" fill="hold" nodeType="clickEffect">
                                  <p:stCondLst>
                                    <p:cond delay="0"/>
                                  </p:stCondLst>
                                  <p:childTnLst>
                                    <p:set>
                                      <p:cBhvr>
                                        <p:cTn id="21" dur="1" fill="hold">
                                          <p:stCondLst>
                                            <p:cond delay="0"/>
                                          </p:stCondLst>
                                        </p:cTn>
                                        <p:tgtEl>
                                          <p:spTgt spid="31747">
                                            <p:txEl>
                                              <p:pRg st="4" end="4"/>
                                            </p:txEl>
                                          </p:spTgt>
                                        </p:tgtEl>
                                        <p:attrNameLst>
                                          <p:attrName>style.visibility</p:attrName>
                                        </p:attrNameLst>
                                      </p:cBhvr>
                                      <p:to>
                                        <p:strVal val="visible"/>
                                      </p:to>
                                    </p:set>
                                    <p:animEffect transition="in" filter="diamond(in)">
                                      <p:cBhvr>
                                        <p:cTn id="22" dur="1000"/>
                                        <p:tgtEl>
                                          <p:spTgt spid="31747">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8" presetClass="entr" presetSubtype="16" fill="hold" nodeType="clickEffect">
                                  <p:stCondLst>
                                    <p:cond delay="0"/>
                                  </p:stCondLst>
                                  <p:childTnLst>
                                    <p:set>
                                      <p:cBhvr>
                                        <p:cTn id="26" dur="1" fill="hold">
                                          <p:stCondLst>
                                            <p:cond delay="0"/>
                                          </p:stCondLst>
                                        </p:cTn>
                                        <p:tgtEl>
                                          <p:spTgt spid="31747">
                                            <p:txEl>
                                              <p:pRg st="5" end="5"/>
                                            </p:txEl>
                                          </p:spTgt>
                                        </p:tgtEl>
                                        <p:attrNameLst>
                                          <p:attrName>style.visibility</p:attrName>
                                        </p:attrNameLst>
                                      </p:cBhvr>
                                      <p:to>
                                        <p:strVal val="visible"/>
                                      </p:to>
                                    </p:set>
                                    <p:animEffect transition="in" filter="diamond(in)">
                                      <p:cBhvr>
                                        <p:cTn id="27" dur="1000"/>
                                        <p:tgtEl>
                                          <p:spTgt spid="317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5FBA8F77-E030-84AB-EFBF-4F3C91DA9F21}"/>
              </a:ext>
            </a:extLst>
          </p:cNvPr>
          <p:cNvSpPr>
            <a:spLocks noGrp="1" noChangeArrowheads="1"/>
          </p:cNvSpPr>
          <p:nvPr>
            <p:ph type="sldNum" sz="quarter" idx="12"/>
          </p:nvPr>
        </p:nvSpPr>
        <p:spPr>
          <a:ln/>
        </p:spPr>
        <p:txBody>
          <a:bodyPr/>
          <a:lstStyle/>
          <a:p>
            <a:pPr fontAlgn="base">
              <a:spcBef>
                <a:spcPct val="0"/>
              </a:spcBef>
              <a:spcAft>
                <a:spcPct val="0"/>
              </a:spcAft>
            </a:pPr>
            <a:fld id="{0B4E2642-B78A-4FC7-A34D-0C9968C78C43}" type="slidenum">
              <a:rPr kumimoji="1" lang="en-US" altLang="zh-CN">
                <a:solidFill>
                  <a:srgbClr val="000000"/>
                </a:solidFill>
                <a:ea typeface="宋体" panose="02010600030101010101" pitchFamily="2" charset="-122"/>
              </a:rPr>
              <a:pPr fontAlgn="base">
                <a:spcBef>
                  <a:spcPct val="0"/>
                </a:spcBef>
                <a:spcAft>
                  <a:spcPct val="0"/>
                </a:spcAft>
              </a:pPr>
              <a:t>24</a:t>
            </a:fld>
            <a:endParaRPr kumimoji="1" lang="en-US" altLang="zh-CN">
              <a:solidFill>
                <a:srgbClr val="000000"/>
              </a:solidFill>
              <a:ea typeface="宋体" panose="02010600030101010101" pitchFamily="2" charset="-122"/>
            </a:endParaRPr>
          </a:p>
        </p:txBody>
      </p:sp>
      <p:sp>
        <p:nvSpPr>
          <p:cNvPr id="217090" name="Rectangle 2">
            <a:extLst>
              <a:ext uri="{FF2B5EF4-FFF2-40B4-BE49-F238E27FC236}">
                <a16:creationId xmlns:a16="http://schemas.microsoft.com/office/drawing/2014/main" id="{F31AD76C-EBD3-18A8-6FB1-023F6F6E3356}"/>
              </a:ext>
            </a:extLst>
          </p:cNvPr>
          <p:cNvSpPr>
            <a:spLocks noGrp="1" noChangeArrowheads="1"/>
          </p:cNvSpPr>
          <p:nvPr>
            <p:ph type="title"/>
          </p:nvPr>
        </p:nvSpPr>
        <p:spPr/>
        <p:txBody>
          <a:bodyPr/>
          <a:lstStyle/>
          <a:p>
            <a:r>
              <a:rPr lang="zh-CN" altLang="en-US"/>
              <a:t>等价类划分</a:t>
            </a:r>
          </a:p>
        </p:txBody>
      </p:sp>
      <p:sp>
        <p:nvSpPr>
          <p:cNvPr id="217091" name="Rectangle 3">
            <a:extLst>
              <a:ext uri="{FF2B5EF4-FFF2-40B4-BE49-F238E27FC236}">
                <a16:creationId xmlns:a16="http://schemas.microsoft.com/office/drawing/2014/main" id="{F0D4ADE3-CB33-04A9-E5E8-73D14BF601CA}"/>
              </a:ext>
            </a:extLst>
          </p:cNvPr>
          <p:cNvSpPr>
            <a:spLocks noGrp="1" noChangeArrowheads="1"/>
          </p:cNvSpPr>
          <p:nvPr>
            <p:ph type="body" idx="1"/>
          </p:nvPr>
        </p:nvSpPr>
        <p:spPr/>
        <p:txBody>
          <a:bodyPr/>
          <a:lstStyle/>
          <a:p>
            <a:pPr eaLnBrk="1" hangingPunct="1">
              <a:lnSpc>
                <a:spcPct val="150000"/>
              </a:lnSpc>
            </a:pPr>
            <a:r>
              <a:rPr lang="zh-CN" altLang="en-US" sz="2600"/>
              <a:t>等价类划分原则</a:t>
            </a:r>
            <a:r>
              <a:rPr lang="en-US" altLang="zh-CN" sz="2600"/>
              <a:t>1</a:t>
            </a:r>
            <a:r>
              <a:rPr lang="zh-CN" altLang="en-US" sz="2600"/>
              <a:t>：</a:t>
            </a:r>
            <a:r>
              <a:rPr lang="zh-CN" altLang="en-US" sz="2600">
                <a:solidFill>
                  <a:srgbClr val="FF0000"/>
                </a:solidFill>
              </a:rPr>
              <a:t>输入条件规定了取值范围</a:t>
            </a:r>
          </a:p>
          <a:p>
            <a:pPr lvl="1" eaLnBrk="1" hangingPunct="1">
              <a:lnSpc>
                <a:spcPct val="150000"/>
              </a:lnSpc>
            </a:pPr>
            <a:r>
              <a:rPr lang="zh-CN" altLang="en-US"/>
              <a:t>可以确立</a:t>
            </a:r>
            <a:r>
              <a:rPr lang="zh-CN" altLang="en-US">
                <a:solidFill>
                  <a:srgbClr val="FF0000"/>
                </a:solidFill>
              </a:rPr>
              <a:t>一个有效等价类</a:t>
            </a:r>
            <a:r>
              <a:rPr lang="zh-CN" altLang="en-US"/>
              <a:t>和</a:t>
            </a:r>
            <a:r>
              <a:rPr lang="zh-CN" altLang="en-US">
                <a:solidFill>
                  <a:srgbClr val="FF0000"/>
                </a:solidFill>
              </a:rPr>
              <a:t>两个无效等价类</a:t>
            </a:r>
            <a:r>
              <a:rPr lang="zh-CN" altLang="en-US"/>
              <a:t>。</a:t>
            </a:r>
          </a:p>
          <a:p>
            <a:pPr lvl="1" eaLnBrk="1" hangingPunct="1">
              <a:lnSpc>
                <a:spcPct val="150000"/>
              </a:lnSpc>
            </a:pPr>
            <a:r>
              <a:rPr lang="zh-CN" altLang="en-US"/>
              <a:t>例：在程序的规格说明中，对输入条件有一句话</a:t>
            </a:r>
          </a:p>
          <a:p>
            <a:pPr lvl="2" eaLnBrk="1" hangingPunct="1">
              <a:lnSpc>
                <a:spcPct val="150000"/>
              </a:lnSpc>
            </a:pPr>
            <a:r>
              <a:rPr lang="zh-CN" altLang="en-US">
                <a:solidFill>
                  <a:srgbClr val="FF3300"/>
                </a:solidFill>
              </a:rPr>
              <a:t>“</a:t>
            </a:r>
            <a:r>
              <a:rPr lang="en-US" altLang="zh-CN">
                <a:solidFill>
                  <a:srgbClr val="FF3300"/>
                </a:solidFill>
              </a:rPr>
              <a:t>…… </a:t>
            </a:r>
            <a:r>
              <a:rPr lang="zh-CN" altLang="en-US">
                <a:solidFill>
                  <a:srgbClr val="FF3300"/>
                </a:solidFill>
              </a:rPr>
              <a:t>项数可以从</a:t>
            </a:r>
            <a:r>
              <a:rPr lang="en-US" altLang="zh-CN">
                <a:solidFill>
                  <a:srgbClr val="FF3300"/>
                </a:solidFill>
              </a:rPr>
              <a:t>1</a:t>
            </a:r>
            <a:r>
              <a:rPr lang="zh-CN" altLang="en-US">
                <a:solidFill>
                  <a:srgbClr val="FF3300"/>
                </a:solidFill>
              </a:rPr>
              <a:t>到</a:t>
            </a:r>
            <a:r>
              <a:rPr lang="en-US" altLang="zh-CN">
                <a:solidFill>
                  <a:srgbClr val="FF3300"/>
                </a:solidFill>
              </a:rPr>
              <a:t>999 ……”</a:t>
            </a:r>
            <a:r>
              <a:rPr lang="en-US" altLang="zh-CN" sz="3100"/>
              <a:t> </a:t>
            </a:r>
          </a:p>
          <a:p>
            <a:pPr lvl="1" eaLnBrk="1" hangingPunct="1">
              <a:lnSpc>
                <a:spcPct val="150000"/>
              </a:lnSpc>
            </a:pPr>
            <a:r>
              <a:rPr lang="zh-CN" altLang="en-US" sz="2200"/>
              <a:t>则：有效等价类是“</a:t>
            </a:r>
            <a:r>
              <a:rPr lang="en-US" altLang="zh-CN" sz="2200"/>
              <a:t>1≤</a:t>
            </a:r>
            <a:r>
              <a:rPr lang="zh-CN" altLang="en-US" sz="2200"/>
              <a:t>项数≤</a:t>
            </a:r>
            <a:r>
              <a:rPr lang="en-US" altLang="zh-CN" sz="2200"/>
              <a:t>999”</a:t>
            </a:r>
          </a:p>
          <a:p>
            <a:pPr lvl="1" eaLnBrk="1" hangingPunct="1">
              <a:lnSpc>
                <a:spcPct val="150000"/>
              </a:lnSpc>
            </a:pPr>
            <a:r>
              <a:rPr lang="zh-CN" altLang="en-US" sz="2200"/>
              <a:t>两个无效等价类是“项数＜</a:t>
            </a:r>
            <a:r>
              <a:rPr lang="en-US" altLang="zh-CN" sz="2200"/>
              <a:t>1”</a:t>
            </a:r>
            <a:r>
              <a:rPr lang="zh-CN" altLang="en-US" sz="2200"/>
              <a:t>或“项数＞</a:t>
            </a:r>
            <a:r>
              <a:rPr lang="en-US" altLang="zh-CN" sz="2200"/>
              <a:t>999”</a:t>
            </a:r>
            <a:r>
              <a:rPr lang="zh-CN" altLang="en-US" sz="2200"/>
              <a:t>。数轴上表示成</a:t>
            </a:r>
            <a:r>
              <a:rPr lang="en-US" altLang="zh-CN" sz="2200"/>
              <a:t>:</a:t>
            </a:r>
            <a:endParaRPr lang="zh-CN" altLang="en-US" sz="2200"/>
          </a:p>
        </p:txBody>
      </p:sp>
      <p:pic>
        <p:nvPicPr>
          <p:cNvPr id="217092" name="Picture 5">
            <a:extLst>
              <a:ext uri="{FF2B5EF4-FFF2-40B4-BE49-F238E27FC236}">
                <a16:creationId xmlns:a16="http://schemas.microsoft.com/office/drawing/2014/main" id="{D16D8A79-7235-7211-9937-62029F662F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7100" y="4854576"/>
            <a:ext cx="7570788" cy="152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17091">
                                            <p:txEl>
                                              <p:pRg st="1" end="1"/>
                                            </p:txEl>
                                          </p:spTgt>
                                        </p:tgtEl>
                                        <p:attrNameLst>
                                          <p:attrName>style.visibility</p:attrName>
                                        </p:attrNameLst>
                                      </p:cBhvr>
                                      <p:to>
                                        <p:strVal val="visible"/>
                                      </p:to>
                                    </p:set>
                                    <p:animEffect transition="in" filter="box(in)">
                                      <p:cBhvr>
                                        <p:cTn id="7" dur="1000"/>
                                        <p:tgtEl>
                                          <p:spTgt spid="21709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17091">
                                            <p:txEl>
                                              <p:pRg st="2" end="2"/>
                                            </p:txEl>
                                          </p:spTgt>
                                        </p:tgtEl>
                                        <p:attrNameLst>
                                          <p:attrName>style.visibility</p:attrName>
                                        </p:attrNameLst>
                                      </p:cBhvr>
                                      <p:to>
                                        <p:strVal val="visible"/>
                                      </p:to>
                                    </p:set>
                                    <p:animEffect transition="in" filter="box(in)">
                                      <p:cBhvr>
                                        <p:cTn id="12" dur="1000"/>
                                        <p:tgtEl>
                                          <p:spTgt spid="21709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217091">
                                            <p:txEl>
                                              <p:pRg st="3" end="3"/>
                                            </p:txEl>
                                          </p:spTgt>
                                        </p:tgtEl>
                                        <p:attrNameLst>
                                          <p:attrName>style.visibility</p:attrName>
                                        </p:attrNameLst>
                                      </p:cBhvr>
                                      <p:to>
                                        <p:strVal val="visible"/>
                                      </p:to>
                                    </p:set>
                                    <p:animEffect transition="in" filter="box(in)">
                                      <p:cBhvr>
                                        <p:cTn id="17" dur="1000"/>
                                        <p:tgtEl>
                                          <p:spTgt spid="217091">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217091">
                                            <p:txEl>
                                              <p:pRg st="4" end="4"/>
                                            </p:txEl>
                                          </p:spTgt>
                                        </p:tgtEl>
                                        <p:attrNameLst>
                                          <p:attrName>style.visibility</p:attrName>
                                        </p:attrNameLst>
                                      </p:cBhvr>
                                      <p:to>
                                        <p:strVal val="visible"/>
                                      </p:to>
                                    </p:set>
                                    <p:animEffect transition="in" filter="box(in)">
                                      <p:cBhvr>
                                        <p:cTn id="22" dur="1000"/>
                                        <p:tgtEl>
                                          <p:spTgt spid="217091">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217091">
                                            <p:txEl>
                                              <p:pRg st="5" end="5"/>
                                            </p:txEl>
                                          </p:spTgt>
                                        </p:tgtEl>
                                        <p:attrNameLst>
                                          <p:attrName>style.visibility</p:attrName>
                                        </p:attrNameLst>
                                      </p:cBhvr>
                                      <p:to>
                                        <p:strVal val="visible"/>
                                      </p:to>
                                    </p:set>
                                    <p:animEffect transition="in" filter="box(in)">
                                      <p:cBhvr>
                                        <p:cTn id="27" dur="1000"/>
                                        <p:tgtEl>
                                          <p:spTgt spid="217091">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nodeType="clickEffect">
                                  <p:stCondLst>
                                    <p:cond delay="0"/>
                                  </p:stCondLst>
                                  <p:childTnLst>
                                    <p:set>
                                      <p:cBhvr>
                                        <p:cTn id="31" dur="1" fill="hold">
                                          <p:stCondLst>
                                            <p:cond delay="0"/>
                                          </p:stCondLst>
                                        </p:cTn>
                                        <p:tgtEl>
                                          <p:spTgt spid="217092"/>
                                        </p:tgtEl>
                                        <p:attrNameLst>
                                          <p:attrName>style.visibility</p:attrName>
                                        </p:attrNameLst>
                                      </p:cBhvr>
                                      <p:to>
                                        <p:strVal val="visible"/>
                                      </p:to>
                                    </p:set>
                                    <p:anim calcmode="lin" valueType="num">
                                      <p:cBhvr additive="base">
                                        <p:cTn id="32" dur="1000" fill="hold"/>
                                        <p:tgtEl>
                                          <p:spTgt spid="217092"/>
                                        </p:tgtEl>
                                        <p:attrNameLst>
                                          <p:attrName>ppt_x</p:attrName>
                                        </p:attrNameLst>
                                      </p:cBhvr>
                                      <p:tavLst>
                                        <p:tav tm="0">
                                          <p:val>
                                            <p:strVal val="#ppt_x"/>
                                          </p:val>
                                        </p:tav>
                                        <p:tav tm="100000">
                                          <p:val>
                                            <p:strVal val="#ppt_x"/>
                                          </p:val>
                                        </p:tav>
                                      </p:tavLst>
                                    </p:anim>
                                    <p:anim calcmode="lin" valueType="num">
                                      <p:cBhvr additive="base">
                                        <p:cTn id="33" dur="1000" fill="hold"/>
                                        <p:tgtEl>
                                          <p:spTgt spid="2170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57ACF9F0-DFEC-0B51-9BCD-1B2DFDF1DD33}"/>
              </a:ext>
            </a:extLst>
          </p:cNvPr>
          <p:cNvSpPr>
            <a:spLocks noGrp="1" noChangeArrowheads="1"/>
          </p:cNvSpPr>
          <p:nvPr>
            <p:ph type="sldNum" sz="quarter" idx="12"/>
          </p:nvPr>
        </p:nvSpPr>
        <p:spPr>
          <a:ln/>
        </p:spPr>
        <p:txBody>
          <a:bodyPr/>
          <a:lstStyle/>
          <a:p>
            <a:pPr fontAlgn="base">
              <a:spcBef>
                <a:spcPct val="0"/>
              </a:spcBef>
              <a:spcAft>
                <a:spcPct val="0"/>
              </a:spcAft>
            </a:pPr>
            <a:fld id="{FCD65645-A830-45F1-AF11-9B92E798BABE}" type="slidenum">
              <a:rPr kumimoji="1" lang="en-US" altLang="zh-CN">
                <a:solidFill>
                  <a:srgbClr val="000000"/>
                </a:solidFill>
                <a:ea typeface="宋体" panose="02010600030101010101" pitchFamily="2" charset="-122"/>
              </a:rPr>
              <a:pPr fontAlgn="base">
                <a:spcBef>
                  <a:spcPct val="0"/>
                </a:spcBef>
                <a:spcAft>
                  <a:spcPct val="0"/>
                </a:spcAft>
              </a:pPr>
              <a:t>25</a:t>
            </a:fld>
            <a:endParaRPr kumimoji="1" lang="en-US" altLang="zh-CN">
              <a:solidFill>
                <a:srgbClr val="000000"/>
              </a:solidFill>
              <a:ea typeface="宋体" panose="02010600030101010101" pitchFamily="2" charset="-122"/>
            </a:endParaRPr>
          </a:p>
        </p:txBody>
      </p:sp>
      <p:sp>
        <p:nvSpPr>
          <p:cNvPr id="33794" name="Rectangle 2">
            <a:extLst>
              <a:ext uri="{FF2B5EF4-FFF2-40B4-BE49-F238E27FC236}">
                <a16:creationId xmlns:a16="http://schemas.microsoft.com/office/drawing/2014/main" id="{81C3A49C-EAB0-BF60-1BE5-F4263B65B7AA}"/>
              </a:ext>
            </a:extLst>
          </p:cNvPr>
          <p:cNvSpPr>
            <a:spLocks noGrp="1" noChangeArrowheads="1"/>
          </p:cNvSpPr>
          <p:nvPr>
            <p:ph type="title" idx="4294967295"/>
          </p:nvPr>
        </p:nvSpPr>
        <p:spPr>
          <a:xfrm>
            <a:off x="1919288" y="260351"/>
            <a:ext cx="7772400" cy="720725"/>
          </a:xfrm>
        </p:spPr>
        <p:txBody>
          <a:bodyPr/>
          <a:lstStyle/>
          <a:p>
            <a:pPr eaLnBrk="1" hangingPunct="1"/>
            <a:r>
              <a:rPr lang="zh-CN" altLang="en-US"/>
              <a:t>等价类划分</a:t>
            </a:r>
          </a:p>
        </p:txBody>
      </p:sp>
      <p:sp>
        <p:nvSpPr>
          <p:cNvPr id="33795" name="Rectangle 3">
            <a:extLst>
              <a:ext uri="{FF2B5EF4-FFF2-40B4-BE49-F238E27FC236}">
                <a16:creationId xmlns:a16="http://schemas.microsoft.com/office/drawing/2014/main" id="{40D20E33-A3BC-106B-A522-19F6960362BE}"/>
              </a:ext>
            </a:extLst>
          </p:cNvPr>
          <p:cNvSpPr>
            <a:spLocks noGrp="1" noChangeArrowheads="1"/>
          </p:cNvSpPr>
          <p:nvPr>
            <p:ph idx="4294967295"/>
          </p:nvPr>
        </p:nvSpPr>
        <p:spPr>
          <a:xfrm>
            <a:off x="1847850" y="1371600"/>
            <a:ext cx="8351838" cy="4267200"/>
          </a:xfrm>
        </p:spPr>
        <p:txBody>
          <a:bodyPr/>
          <a:lstStyle/>
          <a:p>
            <a:pPr eaLnBrk="1" hangingPunct="1">
              <a:lnSpc>
                <a:spcPct val="150000"/>
              </a:lnSpc>
              <a:spcBef>
                <a:spcPct val="50000"/>
              </a:spcBef>
            </a:pPr>
            <a:r>
              <a:rPr lang="zh-CN" altLang="en-US"/>
              <a:t>等价类划分原则</a:t>
            </a:r>
            <a:r>
              <a:rPr lang="en-US" altLang="zh-CN"/>
              <a:t>2</a:t>
            </a:r>
            <a:r>
              <a:rPr lang="zh-CN" altLang="en-US"/>
              <a:t>：</a:t>
            </a:r>
            <a:r>
              <a:rPr lang="zh-CN" altLang="en-US">
                <a:solidFill>
                  <a:srgbClr val="FF0000"/>
                </a:solidFill>
              </a:rPr>
              <a:t>输入条件规定了输入值的集合</a:t>
            </a:r>
          </a:p>
          <a:p>
            <a:pPr lvl="1" eaLnBrk="1" hangingPunct="1">
              <a:lnSpc>
                <a:spcPct val="150000"/>
              </a:lnSpc>
              <a:spcBef>
                <a:spcPct val="50000"/>
              </a:spcBef>
            </a:pPr>
            <a:r>
              <a:rPr lang="zh-CN" altLang="en-US"/>
              <a:t>可确立</a:t>
            </a:r>
            <a:r>
              <a:rPr lang="zh-CN" altLang="en-US">
                <a:solidFill>
                  <a:srgbClr val="FF0000"/>
                </a:solidFill>
              </a:rPr>
              <a:t>一个有效等价类</a:t>
            </a:r>
            <a:r>
              <a:rPr lang="zh-CN" altLang="en-US"/>
              <a:t>和</a:t>
            </a:r>
            <a:r>
              <a:rPr lang="zh-CN" altLang="en-US">
                <a:solidFill>
                  <a:srgbClr val="FF0000"/>
                </a:solidFill>
              </a:rPr>
              <a:t>一个无效等价类</a:t>
            </a:r>
            <a:r>
              <a:rPr lang="zh-CN" altLang="en-US"/>
              <a:t>。</a:t>
            </a:r>
          </a:p>
          <a:p>
            <a:pPr lvl="1" eaLnBrk="1" hangingPunct="1">
              <a:lnSpc>
                <a:spcPct val="150000"/>
              </a:lnSpc>
              <a:spcBef>
                <a:spcPct val="50000"/>
              </a:spcBef>
            </a:pPr>
            <a:r>
              <a:rPr lang="zh-CN" altLang="en-US"/>
              <a:t>例：在</a:t>
            </a:r>
            <a:r>
              <a:rPr lang="en-US" altLang="zh-CN"/>
              <a:t>Pascal</a:t>
            </a:r>
            <a:r>
              <a:rPr lang="zh-CN" altLang="en-US"/>
              <a:t>语言中对变量标识符规定为</a:t>
            </a:r>
            <a:r>
              <a:rPr lang="zh-CN" altLang="en-US">
                <a:solidFill>
                  <a:srgbClr val="FF0066"/>
                </a:solidFill>
              </a:rPr>
              <a:t>“以字母打头的</a:t>
            </a:r>
            <a:r>
              <a:rPr lang="en-US" altLang="zh-CN">
                <a:solidFill>
                  <a:srgbClr val="FF0066"/>
                </a:solidFill>
              </a:rPr>
              <a:t>……</a:t>
            </a:r>
            <a:r>
              <a:rPr lang="zh-CN" altLang="en-US">
                <a:solidFill>
                  <a:srgbClr val="FF0066"/>
                </a:solidFill>
              </a:rPr>
              <a:t>串”</a:t>
            </a:r>
            <a:r>
              <a:rPr lang="zh-CN" altLang="en-US"/>
              <a:t>。</a:t>
            </a:r>
          </a:p>
          <a:p>
            <a:pPr lvl="1" eaLnBrk="1" hangingPunct="1">
              <a:lnSpc>
                <a:spcPct val="150000"/>
              </a:lnSpc>
              <a:spcBef>
                <a:spcPct val="50000"/>
              </a:spcBef>
            </a:pPr>
            <a:r>
              <a:rPr lang="zh-CN" altLang="en-US"/>
              <a:t>则：所有以字母打头的构成有效等价类，而不在此集合内（不以字母打头）的归入无效等价类。</a:t>
            </a:r>
            <a:endParaRPr lang="zh-CN" altLang="en-US" sz="360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3795">
                                            <p:txEl>
                                              <p:pRg st="1" end="1"/>
                                            </p:txEl>
                                          </p:spTgt>
                                        </p:tgtEl>
                                        <p:attrNameLst>
                                          <p:attrName>style.visibility</p:attrName>
                                        </p:attrNameLst>
                                      </p:cBhvr>
                                      <p:to>
                                        <p:strVal val="visible"/>
                                      </p:to>
                                    </p:set>
                                    <p:animEffect transition="in" filter="box(in)">
                                      <p:cBhvr>
                                        <p:cTn id="7" dur="1000"/>
                                        <p:tgtEl>
                                          <p:spTgt spid="3379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3795">
                                            <p:txEl>
                                              <p:pRg st="2" end="2"/>
                                            </p:txEl>
                                          </p:spTgt>
                                        </p:tgtEl>
                                        <p:attrNameLst>
                                          <p:attrName>style.visibility</p:attrName>
                                        </p:attrNameLst>
                                      </p:cBhvr>
                                      <p:to>
                                        <p:strVal val="visible"/>
                                      </p:to>
                                    </p:set>
                                    <p:animEffect transition="in" filter="box(in)">
                                      <p:cBhvr>
                                        <p:cTn id="12" dur="1000"/>
                                        <p:tgtEl>
                                          <p:spTgt spid="3379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3795">
                                            <p:txEl>
                                              <p:pRg st="3" end="3"/>
                                            </p:txEl>
                                          </p:spTgt>
                                        </p:tgtEl>
                                        <p:attrNameLst>
                                          <p:attrName>style.visibility</p:attrName>
                                        </p:attrNameLst>
                                      </p:cBhvr>
                                      <p:to>
                                        <p:strVal val="visible"/>
                                      </p:to>
                                    </p:set>
                                    <p:animEffect transition="in" filter="box(in)">
                                      <p:cBhvr>
                                        <p:cTn id="17" dur="1000"/>
                                        <p:tgtEl>
                                          <p:spTgt spid="337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7D4EE159-CEBD-51EA-8D33-E7A38E915698}"/>
              </a:ext>
            </a:extLst>
          </p:cNvPr>
          <p:cNvSpPr>
            <a:spLocks noGrp="1" noChangeArrowheads="1"/>
          </p:cNvSpPr>
          <p:nvPr>
            <p:ph type="sldNum" sz="quarter" idx="12"/>
          </p:nvPr>
        </p:nvSpPr>
        <p:spPr>
          <a:ln/>
        </p:spPr>
        <p:txBody>
          <a:bodyPr/>
          <a:lstStyle/>
          <a:p>
            <a:pPr fontAlgn="base">
              <a:spcBef>
                <a:spcPct val="0"/>
              </a:spcBef>
              <a:spcAft>
                <a:spcPct val="0"/>
              </a:spcAft>
            </a:pPr>
            <a:fld id="{F77A0EFD-4B36-42BB-857A-EF5A03594BFC}" type="slidenum">
              <a:rPr kumimoji="1" lang="en-US" altLang="zh-CN">
                <a:solidFill>
                  <a:srgbClr val="000000"/>
                </a:solidFill>
                <a:ea typeface="宋体" panose="02010600030101010101" pitchFamily="2" charset="-122"/>
              </a:rPr>
              <a:pPr fontAlgn="base">
                <a:spcBef>
                  <a:spcPct val="0"/>
                </a:spcBef>
                <a:spcAft>
                  <a:spcPct val="0"/>
                </a:spcAft>
              </a:pPr>
              <a:t>26</a:t>
            </a:fld>
            <a:endParaRPr kumimoji="1" lang="en-US" altLang="zh-CN">
              <a:solidFill>
                <a:srgbClr val="000000"/>
              </a:solidFill>
              <a:ea typeface="宋体" panose="02010600030101010101" pitchFamily="2" charset="-122"/>
            </a:endParaRPr>
          </a:p>
        </p:txBody>
      </p:sp>
      <p:sp>
        <p:nvSpPr>
          <p:cNvPr id="34818" name="Rectangle 2">
            <a:extLst>
              <a:ext uri="{FF2B5EF4-FFF2-40B4-BE49-F238E27FC236}">
                <a16:creationId xmlns:a16="http://schemas.microsoft.com/office/drawing/2014/main" id="{30B33BE5-92CF-27CB-5021-158887B6A987}"/>
              </a:ext>
            </a:extLst>
          </p:cNvPr>
          <p:cNvSpPr>
            <a:spLocks noGrp="1" noChangeArrowheads="1"/>
          </p:cNvSpPr>
          <p:nvPr>
            <p:ph type="title" idx="4294967295"/>
          </p:nvPr>
        </p:nvSpPr>
        <p:spPr>
          <a:xfrm>
            <a:off x="1919288" y="269875"/>
            <a:ext cx="7772400" cy="782638"/>
          </a:xfrm>
        </p:spPr>
        <p:txBody>
          <a:bodyPr/>
          <a:lstStyle/>
          <a:p>
            <a:pPr eaLnBrk="1" hangingPunct="1"/>
            <a:r>
              <a:rPr lang="zh-CN" altLang="en-US"/>
              <a:t>等价类划分</a:t>
            </a:r>
          </a:p>
        </p:txBody>
      </p:sp>
      <p:sp>
        <p:nvSpPr>
          <p:cNvPr id="34819" name="Rectangle 3">
            <a:extLst>
              <a:ext uri="{FF2B5EF4-FFF2-40B4-BE49-F238E27FC236}">
                <a16:creationId xmlns:a16="http://schemas.microsoft.com/office/drawing/2014/main" id="{BD19F169-C886-8F71-6C80-F1439D3B6CE3}"/>
              </a:ext>
            </a:extLst>
          </p:cNvPr>
          <p:cNvSpPr>
            <a:spLocks noGrp="1" noChangeArrowheads="1"/>
          </p:cNvSpPr>
          <p:nvPr>
            <p:ph idx="4294967295"/>
          </p:nvPr>
        </p:nvSpPr>
        <p:spPr>
          <a:xfrm>
            <a:off x="1919289" y="981075"/>
            <a:ext cx="8353425" cy="5094288"/>
          </a:xfrm>
        </p:spPr>
        <p:txBody>
          <a:bodyPr/>
          <a:lstStyle/>
          <a:p>
            <a:pPr eaLnBrk="1" hangingPunct="1">
              <a:lnSpc>
                <a:spcPct val="150000"/>
              </a:lnSpc>
              <a:spcBef>
                <a:spcPct val="50000"/>
              </a:spcBef>
            </a:pPr>
            <a:r>
              <a:rPr lang="zh-CN" altLang="en-US"/>
              <a:t>等价类划分原则</a:t>
            </a:r>
            <a:r>
              <a:rPr lang="en-US" altLang="zh-CN"/>
              <a:t>3</a:t>
            </a:r>
            <a:r>
              <a:rPr lang="zh-CN" altLang="en-US"/>
              <a:t>：</a:t>
            </a:r>
            <a:r>
              <a:rPr lang="zh-CN" altLang="en-US">
                <a:solidFill>
                  <a:srgbClr val="FF0000"/>
                </a:solidFill>
              </a:rPr>
              <a:t>如果规定了输入数据的一组值，而且程序要对每个输入值分别进行处理：</a:t>
            </a:r>
          </a:p>
          <a:p>
            <a:pPr lvl="1" eaLnBrk="1" hangingPunct="1">
              <a:lnSpc>
                <a:spcPct val="150000"/>
              </a:lnSpc>
              <a:spcBef>
                <a:spcPct val="50000"/>
              </a:spcBef>
            </a:pPr>
            <a:r>
              <a:rPr lang="zh-CN" altLang="en-US" sz="2000"/>
              <a:t>针对这组值确立</a:t>
            </a:r>
            <a:r>
              <a:rPr lang="zh-CN" altLang="en-US" sz="2000">
                <a:solidFill>
                  <a:srgbClr val="FF0000"/>
                </a:solidFill>
              </a:rPr>
              <a:t>多个有效等价类；</a:t>
            </a:r>
          </a:p>
          <a:p>
            <a:pPr lvl="1" eaLnBrk="1" hangingPunct="1">
              <a:lnSpc>
                <a:spcPct val="150000"/>
              </a:lnSpc>
              <a:spcBef>
                <a:spcPct val="50000"/>
              </a:spcBef>
            </a:pPr>
            <a:r>
              <a:rPr lang="zh-CN" altLang="en-US" sz="2000"/>
              <a:t>针对这组值确立</a:t>
            </a:r>
            <a:r>
              <a:rPr lang="zh-CN" altLang="en-US" sz="2000">
                <a:solidFill>
                  <a:srgbClr val="FF0000"/>
                </a:solidFill>
              </a:rPr>
              <a:t>一个无效等价类</a:t>
            </a:r>
            <a:r>
              <a:rPr lang="zh-CN" altLang="en-US" sz="2000"/>
              <a:t>，它是所有不允许的输入值的集合。</a:t>
            </a:r>
          </a:p>
          <a:p>
            <a:pPr lvl="1" eaLnBrk="1" hangingPunct="1">
              <a:lnSpc>
                <a:spcPct val="150000"/>
              </a:lnSpc>
              <a:spcBef>
                <a:spcPct val="50000"/>
              </a:spcBef>
            </a:pPr>
            <a:r>
              <a:rPr lang="zh-CN" altLang="en-US" sz="2000"/>
              <a:t>例：假设</a:t>
            </a:r>
            <a:r>
              <a:rPr lang="en-US" altLang="zh-CN" sz="2000"/>
              <a:t>IT</a:t>
            </a:r>
            <a:r>
              <a:rPr lang="zh-CN" altLang="en-US" sz="2000"/>
              <a:t>公司的岗位分为：软件开发工程师、软件测试工程师、软件质量保证工程师；</a:t>
            </a:r>
          </a:p>
          <a:p>
            <a:pPr lvl="1" eaLnBrk="1" hangingPunct="1">
              <a:lnSpc>
                <a:spcPct val="150000"/>
              </a:lnSpc>
              <a:spcBef>
                <a:spcPct val="50000"/>
              </a:spcBef>
            </a:pPr>
            <a:r>
              <a:rPr lang="zh-CN" altLang="en-US" sz="2000"/>
              <a:t>则：可以确定</a:t>
            </a:r>
            <a:r>
              <a:rPr lang="en-US" altLang="zh-CN" sz="2000"/>
              <a:t>3</a:t>
            </a:r>
            <a:r>
              <a:rPr lang="zh-CN" altLang="en-US" sz="2000"/>
              <a:t>个有效等价类为软件开发工程师、软件测试工程师、软件质量保证工程师；</a:t>
            </a:r>
            <a:r>
              <a:rPr lang="en-US" altLang="zh-CN" sz="2000"/>
              <a:t>1</a:t>
            </a:r>
            <a:r>
              <a:rPr lang="zh-CN" altLang="en-US" sz="2000"/>
              <a:t>个无效等价类，它是所有不符合以上岗位的人员的输入值的集合。</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4819">
                                            <p:txEl>
                                              <p:pRg st="1" end="1"/>
                                            </p:txEl>
                                          </p:spTgt>
                                        </p:tgtEl>
                                        <p:attrNameLst>
                                          <p:attrName>style.visibility</p:attrName>
                                        </p:attrNameLst>
                                      </p:cBhvr>
                                      <p:to>
                                        <p:strVal val="visible"/>
                                      </p:to>
                                    </p:set>
                                    <p:animEffect transition="in" filter="box(in)">
                                      <p:cBhvr>
                                        <p:cTn id="7" dur="1000"/>
                                        <p:tgtEl>
                                          <p:spTgt spid="3481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4819">
                                            <p:txEl>
                                              <p:pRg st="2" end="2"/>
                                            </p:txEl>
                                          </p:spTgt>
                                        </p:tgtEl>
                                        <p:attrNameLst>
                                          <p:attrName>style.visibility</p:attrName>
                                        </p:attrNameLst>
                                      </p:cBhvr>
                                      <p:to>
                                        <p:strVal val="visible"/>
                                      </p:to>
                                    </p:set>
                                    <p:animEffect transition="in" filter="box(in)">
                                      <p:cBhvr>
                                        <p:cTn id="12" dur="1000"/>
                                        <p:tgtEl>
                                          <p:spTgt spid="3481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4819">
                                            <p:txEl>
                                              <p:pRg st="3" end="3"/>
                                            </p:txEl>
                                          </p:spTgt>
                                        </p:tgtEl>
                                        <p:attrNameLst>
                                          <p:attrName>style.visibility</p:attrName>
                                        </p:attrNameLst>
                                      </p:cBhvr>
                                      <p:to>
                                        <p:strVal val="visible"/>
                                      </p:to>
                                    </p:set>
                                    <p:animEffect transition="in" filter="box(in)">
                                      <p:cBhvr>
                                        <p:cTn id="17" dur="1000"/>
                                        <p:tgtEl>
                                          <p:spTgt spid="3481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4819">
                                            <p:txEl>
                                              <p:pRg st="4" end="4"/>
                                            </p:txEl>
                                          </p:spTgt>
                                        </p:tgtEl>
                                        <p:attrNameLst>
                                          <p:attrName>style.visibility</p:attrName>
                                        </p:attrNameLst>
                                      </p:cBhvr>
                                      <p:to>
                                        <p:strVal val="visible"/>
                                      </p:to>
                                    </p:set>
                                    <p:animEffect transition="in" filter="box(in)">
                                      <p:cBhvr>
                                        <p:cTn id="22" dur="1000"/>
                                        <p:tgtEl>
                                          <p:spTgt spid="348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10B606CA-5356-BC6C-4BD1-F4564E9747DB}"/>
              </a:ext>
            </a:extLst>
          </p:cNvPr>
          <p:cNvSpPr>
            <a:spLocks noGrp="1" noChangeArrowheads="1"/>
          </p:cNvSpPr>
          <p:nvPr>
            <p:ph type="sldNum" sz="quarter" idx="12"/>
          </p:nvPr>
        </p:nvSpPr>
        <p:spPr>
          <a:ln/>
        </p:spPr>
        <p:txBody>
          <a:bodyPr/>
          <a:lstStyle/>
          <a:p>
            <a:pPr fontAlgn="base">
              <a:spcBef>
                <a:spcPct val="0"/>
              </a:spcBef>
              <a:spcAft>
                <a:spcPct val="0"/>
              </a:spcAft>
            </a:pPr>
            <a:fld id="{27A623C8-D683-4D11-89D8-B0A6D6A6A5BE}" type="slidenum">
              <a:rPr kumimoji="1" lang="en-US" altLang="zh-CN">
                <a:solidFill>
                  <a:srgbClr val="000000"/>
                </a:solidFill>
                <a:ea typeface="宋体" panose="02010600030101010101" pitchFamily="2" charset="-122"/>
              </a:rPr>
              <a:pPr fontAlgn="base">
                <a:spcBef>
                  <a:spcPct val="0"/>
                </a:spcBef>
                <a:spcAft>
                  <a:spcPct val="0"/>
                </a:spcAft>
              </a:pPr>
              <a:t>27</a:t>
            </a:fld>
            <a:endParaRPr kumimoji="1" lang="en-US" altLang="zh-CN">
              <a:solidFill>
                <a:srgbClr val="000000"/>
              </a:solidFill>
              <a:ea typeface="宋体" panose="02010600030101010101" pitchFamily="2" charset="-122"/>
            </a:endParaRPr>
          </a:p>
        </p:txBody>
      </p:sp>
      <p:sp>
        <p:nvSpPr>
          <p:cNvPr id="35842" name="Rectangle 2">
            <a:extLst>
              <a:ext uri="{FF2B5EF4-FFF2-40B4-BE49-F238E27FC236}">
                <a16:creationId xmlns:a16="http://schemas.microsoft.com/office/drawing/2014/main" id="{B4B5D11B-E75D-9561-FB04-7B549DC511D3}"/>
              </a:ext>
            </a:extLst>
          </p:cNvPr>
          <p:cNvSpPr>
            <a:spLocks noGrp="1" noChangeArrowheads="1"/>
          </p:cNvSpPr>
          <p:nvPr>
            <p:ph type="title" idx="4294967295"/>
          </p:nvPr>
        </p:nvSpPr>
        <p:spPr>
          <a:xfrm>
            <a:off x="1919288" y="260350"/>
            <a:ext cx="7772400" cy="647700"/>
          </a:xfrm>
        </p:spPr>
        <p:txBody>
          <a:bodyPr/>
          <a:lstStyle/>
          <a:p>
            <a:pPr eaLnBrk="1" hangingPunct="1"/>
            <a:r>
              <a:rPr lang="zh-CN" altLang="en-US"/>
              <a:t>等价类划分</a:t>
            </a:r>
          </a:p>
        </p:txBody>
      </p:sp>
      <p:sp>
        <p:nvSpPr>
          <p:cNvPr id="35843" name="Rectangle 3">
            <a:extLst>
              <a:ext uri="{FF2B5EF4-FFF2-40B4-BE49-F238E27FC236}">
                <a16:creationId xmlns:a16="http://schemas.microsoft.com/office/drawing/2014/main" id="{43EFE7A0-5473-B4B0-DC0F-F77198469184}"/>
              </a:ext>
            </a:extLst>
          </p:cNvPr>
          <p:cNvSpPr>
            <a:spLocks noGrp="1" noChangeArrowheads="1"/>
          </p:cNvSpPr>
          <p:nvPr>
            <p:ph idx="4294967295"/>
          </p:nvPr>
        </p:nvSpPr>
        <p:spPr>
          <a:xfrm>
            <a:off x="1919289" y="1412876"/>
            <a:ext cx="8353425" cy="4606925"/>
          </a:xfrm>
        </p:spPr>
        <p:txBody>
          <a:bodyPr/>
          <a:lstStyle/>
          <a:p>
            <a:pPr eaLnBrk="1" hangingPunct="1">
              <a:lnSpc>
                <a:spcPct val="150000"/>
              </a:lnSpc>
              <a:spcBef>
                <a:spcPct val="50000"/>
              </a:spcBef>
            </a:pPr>
            <a:r>
              <a:rPr lang="zh-CN" altLang="en-US"/>
              <a:t>等价类划分原则</a:t>
            </a:r>
            <a:r>
              <a:rPr lang="en-US" altLang="zh-CN"/>
              <a:t>4</a:t>
            </a:r>
            <a:r>
              <a:rPr lang="zh-CN" altLang="en-US"/>
              <a:t>：</a:t>
            </a:r>
            <a:r>
              <a:rPr lang="zh-CN" altLang="en-US">
                <a:solidFill>
                  <a:srgbClr val="FF0000"/>
                </a:solidFill>
              </a:rPr>
              <a:t>如果规定了输入数据必须遵守的规则</a:t>
            </a:r>
          </a:p>
          <a:p>
            <a:pPr lvl="1" eaLnBrk="1" hangingPunct="1">
              <a:lnSpc>
                <a:spcPct val="150000"/>
              </a:lnSpc>
              <a:spcBef>
                <a:spcPct val="50000"/>
              </a:spcBef>
            </a:pPr>
            <a:r>
              <a:rPr lang="zh-CN" altLang="en-US" sz="2200">
                <a:solidFill>
                  <a:srgbClr val="000000"/>
                </a:solidFill>
              </a:rPr>
              <a:t>可以确立一</a:t>
            </a:r>
            <a:r>
              <a:rPr lang="zh-CN" altLang="en-US" sz="2200">
                <a:solidFill>
                  <a:srgbClr val="FF0000"/>
                </a:solidFill>
              </a:rPr>
              <a:t>个有效等价类</a:t>
            </a:r>
            <a:r>
              <a:rPr lang="zh-CN" altLang="en-US" sz="2200">
                <a:solidFill>
                  <a:srgbClr val="000000"/>
                </a:solidFill>
              </a:rPr>
              <a:t>（符合规则）和</a:t>
            </a:r>
            <a:r>
              <a:rPr lang="zh-CN" altLang="en-US" sz="2200">
                <a:solidFill>
                  <a:srgbClr val="FF0000"/>
                </a:solidFill>
              </a:rPr>
              <a:t>若干个无效等价类</a:t>
            </a:r>
            <a:r>
              <a:rPr lang="zh-CN" altLang="en-US" sz="2200">
                <a:solidFill>
                  <a:srgbClr val="000000"/>
                </a:solidFill>
              </a:rPr>
              <a:t>（从不同角度违反规则）</a:t>
            </a:r>
            <a:endParaRPr lang="zh-CN" altLang="en-US" sz="2200"/>
          </a:p>
          <a:p>
            <a:pPr lvl="1" eaLnBrk="1" hangingPunct="1">
              <a:lnSpc>
                <a:spcPct val="150000"/>
              </a:lnSpc>
              <a:spcBef>
                <a:spcPct val="50000"/>
              </a:spcBef>
            </a:pPr>
            <a:r>
              <a:rPr lang="zh-CN" altLang="en-US" sz="2200">
                <a:solidFill>
                  <a:srgbClr val="000000"/>
                </a:solidFill>
                <a:latin typeface="宋体" panose="02010600030101010101" pitchFamily="2" charset="-122"/>
              </a:rPr>
              <a:t>例：</a:t>
            </a:r>
            <a:r>
              <a:rPr lang="en-US" altLang="zh-CN" sz="2200">
                <a:solidFill>
                  <a:srgbClr val="000000"/>
                </a:solidFill>
              </a:rPr>
              <a:t>Pascal</a:t>
            </a:r>
            <a:r>
              <a:rPr lang="zh-CN" altLang="en-US" sz="2200">
                <a:solidFill>
                  <a:srgbClr val="000000"/>
                </a:solidFill>
                <a:latin typeface="宋体" panose="02010600030101010101" pitchFamily="2" charset="-122"/>
              </a:rPr>
              <a:t>语言规定</a:t>
            </a:r>
            <a:r>
              <a:rPr lang="zh-CN" altLang="en-US" sz="2200">
                <a:solidFill>
                  <a:srgbClr val="000000"/>
                </a:solidFill>
              </a:rPr>
              <a:t> “</a:t>
            </a:r>
            <a:r>
              <a:rPr lang="zh-CN" altLang="en-US" sz="2200">
                <a:solidFill>
                  <a:srgbClr val="000000"/>
                </a:solidFill>
                <a:latin typeface="宋体" panose="02010600030101010101" pitchFamily="2" charset="-122"/>
              </a:rPr>
              <a:t>一个语句必须以分号</a:t>
            </a:r>
            <a:r>
              <a:rPr lang="zh-CN" altLang="en-US" sz="2200">
                <a:solidFill>
                  <a:srgbClr val="000000"/>
                </a:solidFill>
              </a:rPr>
              <a:t>‘</a:t>
            </a:r>
            <a:r>
              <a:rPr lang="en-US" altLang="zh-CN" sz="2200">
                <a:solidFill>
                  <a:srgbClr val="000000"/>
                </a:solidFill>
              </a:rPr>
              <a:t>;’</a:t>
            </a:r>
            <a:r>
              <a:rPr lang="zh-CN" altLang="en-US" sz="2200">
                <a:solidFill>
                  <a:srgbClr val="000000"/>
                </a:solidFill>
                <a:latin typeface="宋体" panose="02010600030101010101" pitchFamily="2" charset="-122"/>
              </a:rPr>
              <a:t>结束</a:t>
            </a:r>
            <a:r>
              <a:rPr lang="zh-CN" altLang="en-US" sz="2200">
                <a:solidFill>
                  <a:srgbClr val="000000"/>
                </a:solidFill>
              </a:rPr>
              <a:t>”</a:t>
            </a:r>
            <a:endParaRPr lang="zh-CN" altLang="en-US" sz="2200">
              <a:solidFill>
                <a:srgbClr val="000000"/>
              </a:solidFill>
              <a:latin typeface="宋体" panose="02010600030101010101" pitchFamily="2" charset="-122"/>
            </a:endParaRPr>
          </a:p>
          <a:p>
            <a:pPr lvl="1" eaLnBrk="1" hangingPunct="1">
              <a:lnSpc>
                <a:spcPct val="150000"/>
              </a:lnSpc>
              <a:spcBef>
                <a:spcPct val="50000"/>
              </a:spcBef>
            </a:pPr>
            <a:r>
              <a:rPr lang="zh-CN" altLang="en-US" sz="2200">
                <a:solidFill>
                  <a:srgbClr val="000000"/>
                </a:solidFill>
                <a:latin typeface="宋体" panose="02010600030101010101" pitchFamily="2" charset="-122"/>
              </a:rPr>
              <a:t>则：可以确定一个有效等价类</a:t>
            </a:r>
            <a:r>
              <a:rPr lang="zh-CN" altLang="en-US" sz="2200">
                <a:solidFill>
                  <a:srgbClr val="000000"/>
                </a:solidFill>
              </a:rPr>
              <a:t> “</a:t>
            </a:r>
            <a:r>
              <a:rPr lang="zh-CN" altLang="en-US" sz="2200">
                <a:solidFill>
                  <a:srgbClr val="000000"/>
                </a:solidFill>
                <a:latin typeface="宋体" panose="02010600030101010101" pitchFamily="2" charset="-122"/>
              </a:rPr>
              <a:t>以</a:t>
            </a:r>
            <a:r>
              <a:rPr lang="zh-CN" altLang="en-US" sz="2200">
                <a:solidFill>
                  <a:srgbClr val="000000"/>
                </a:solidFill>
              </a:rPr>
              <a:t>‘</a:t>
            </a:r>
            <a:r>
              <a:rPr lang="en-US" altLang="zh-CN" sz="2200">
                <a:solidFill>
                  <a:srgbClr val="000000"/>
                </a:solidFill>
              </a:rPr>
              <a:t>;’</a:t>
            </a:r>
            <a:r>
              <a:rPr lang="zh-CN" altLang="en-US" sz="2200">
                <a:solidFill>
                  <a:srgbClr val="000000"/>
                </a:solidFill>
                <a:latin typeface="宋体" panose="02010600030101010101" pitchFamily="2" charset="-122"/>
              </a:rPr>
              <a:t>结束</a:t>
            </a:r>
            <a:r>
              <a:rPr lang="zh-CN" altLang="en-US" sz="2200">
                <a:solidFill>
                  <a:srgbClr val="000000"/>
                </a:solidFill>
              </a:rPr>
              <a:t>”</a:t>
            </a:r>
            <a:r>
              <a:rPr lang="zh-CN" altLang="en-US" sz="2200">
                <a:solidFill>
                  <a:srgbClr val="000000"/>
                </a:solidFill>
                <a:latin typeface="宋体" panose="02010600030101010101" pitchFamily="2" charset="-122"/>
              </a:rPr>
              <a:t>，若干个无效等价类</a:t>
            </a:r>
            <a:r>
              <a:rPr lang="zh-CN" altLang="en-US" sz="2200">
                <a:solidFill>
                  <a:srgbClr val="000000"/>
                </a:solidFill>
              </a:rPr>
              <a:t> “</a:t>
            </a:r>
            <a:r>
              <a:rPr lang="zh-CN" altLang="en-US" sz="2200">
                <a:solidFill>
                  <a:srgbClr val="000000"/>
                </a:solidFill>
                <a:latin typeface="宋体" panose="02010600030101010101" pitchFamily="2" charset="-122"/>
              </a:rPr>
              <a:t>以</a:t>
            </a:r>
            <a:r>
              <a:rPr lang="zh-CN" altLang="en-US" sz="2200">
                <a:solidFill>
                  <a:srgbClr val="000000"/>
                </a:solidFill>
              </a:rPr>
              <a:t>‘</a:t>
            </a:r>
            <a:r>
              <a:rPr lang="en-US" altLang="zh-CN" sz="2200">
                <a:solidFill>
                  <a:srgbClr val="000000"/>
                </a:solidFill>
              </a:rPr>
              <a:t>:’</a:t>
            </a:r>
            <a:r>
              <a:rPr lang="zh-CN" altLang="en-US" sz="2200">
                <a:solidFill>
                  <a:srgbClr val="000000"/>
                </a:solidFill>
                <a:latin typeface="宋体" panose="02010600030101010101" pitchFamily="2" charset="-122"/>
              </a:rPr>
              <a:t>结束</a:t>
            </a:r>
            <a:r>
              <a:rPr lang="zh-CN" altLang="en-US" sz="2200">
                <a:solidFill>
                  <a:srgbClr val="000000"/>
                </a:solidFill>
              </a:rPr>
              <a:t>”</a:t>
            </a:r>
            <a:r>
              <a:rPr lang="zh-CN" altLang="en-US" sz="2200">
                <a:solidFill>
                  <a:srgbClr val="000000"/>
                </a:solidFill>
                <a:latin typeface="宋体" panose="02010600030101010101" pitchFamily="2" charset="-122"/>
              </a:rPr>
              <a:t>、</a:t>
            </a:r>
            <a:r>
              <a:rPr lang="zh-CN" altLang="en-US" sz="2200">
                <a:solidFill>
                  <a:srgbClr val="000000"/>
                </a:solidFill>
              </a:rPr>
              <a:t>“</a:t>
            </a:r>
            <a:r>
              <a:rPr lang="zh-CN" altLang="en-US" sz="2200">
                <a:solidFill>
                  <a:srgbClr val="000000"/>
                </a:solidFill>
                <a:latin typeface="宋体" panose="02010600030101010101" pitchFamily="2" charset="-122"/>
              </a:rPr>
              <a:t>以</a:t>
            </a:r>
            <a:r>
              <a:rPr lang="zh-CN" altLang="en-US" sz="2200">
                <a:solidFill>
                  <a:srgbClr val="000000"/>
                </a:solidFill>
              </a:rPr>
              <a:t>‘</a:t>
            </a:r>
            <a:r>
              <a:rPr lang="en-US" altLang="zh-CN" sz="2200">
                <a:solidFill>
                  <a:srgbClr val="000000"/>
                </a:solidFill>
              </a:rPr>
              <a:t>,’</a:t>
            </a:r>
            <a:r>
              <a:rPr lang="zh-CN" altLang="en-US" sz="2200">
                <a:solidFill>
                  <a:srgbClr val="000000"/>
                </a:solidFill>
                <a:latin typeface="宋体" panose="02010600030101010101" pitchFamily="2" charset="-122"/>
              </a:rPr>
              <a:t>结束</a:t>
            </a:r>
            <a:r>
              <a:rPr lang="zh-CN" altLang="en-US" sz="2200">
                <a:solidFill>
                  <a:srgbClr val="000000"/>
                </a:solidFill>
              </a:rPr>
              <a:t>”</a:t>
            </a:r>
            <a:r>
              <a:rPr lang="zh-CN" altLang="en-US" sz="2200">
                <a:solidFill>
                  <a:srgbClr val="000000"/>
                </a:solidFill>
                <a:latin typeface="宋体" panose="02010600030101010101" pitchFamily="2" charset="-122"/>
              </a:rPr>
              <a:t>、</a:t>
            </a:r>
            <a:r>
              <a:rPr lang="zh-CN" altLang="en-US" sz="2200">
                <a:solidFill>
                  <a:srgbClr val="000000"/>
                </a:solidFill>
              </a:rPr>
              <a:t>“</a:t>
            </a:r>
            <a:r>
              <a:rPr lang="zh-CN" altLang="en-US" sz="2200">
                <a:solidFill>
                  <a:srgbClr val="000000"/>
                </a:solidFill>
                <a:latin typeface="宋体" panose="02010600030101010101" pitchFamily="2" charset="-122"/>
              </a:rPr>
              <a:t>以</a:t>
            </a:r>
            <a:r>
              <a:rPr lang="zh-CN" altLang="en-US" sz="2200">
                <a:solidFill>
                  <a:srgbClr val="000000"/>
                </a:solidFill>
              </a:rPr>
              <a:t>‘ ’</a:t>
            </a:r>
            <a:r>
              <a:rPr lang="zh-CN" altLang="en-US" sz="2200">
                <a:solidFill>
                  <a:srgbClr val="000000"/>
                </a:solidFill>
                <a:latin typeface="宋体" panose="02010600030101010101" pitchFamily="2" charset="-122"/>
              </a:rPr>
              <a:t>结束</a:t>
            </a:r>
            <a:r>
              <a:rPr lang="zh-CN" altLang="en-US" sz="2200">
                <a:solidFill>
                  <a:srgbClr val="000000"/>
                </a:solidFill>
              </a:rPr>
              <a:t>”</a:t>
            </a:r>
            <a:r>
              <a:rPr lang="zh-CN" altLang="en-US" sz="2200">
                <a:solidFill>
                  <a:srgbClr val="000000"/>
                </a:solidFill>
                <a:latin typeface="宋体" panose="02010600030101010101" pitchFamily="2" charset="-122"/>
              </a:rPr>
              <a:t>、</a:t>
            </a:r>
            <a:r>
              <a:rPr lang="zh-CN" altLang="en-US" sz="2200">
                <a:solidFill>
                  <a:srgbClr val="000000"/>
                </a:solidFill>
              </a:rPr>
              <a:t>“</a:t>
            </a:r>
            <a:r>
              <a:rPr lang="zh-CN" altLang="en-US" sz="2200">
                <a:solidFill>
                  <a:srgbClr val="000000"/>
                </a:solidFill>
                <a:latin typeface="宋体" panose="02010600030101010101" pitchFamily="2" charset="-122"/>
              </a:rPr>
              <a:t>以</a:t>
            </a:r>
            <a:r>
              <a:rPr lang="en-US" altLang="zh-CN" sz="2200">
                <a:solidFill>
                  <a:srgbClr val="000000"/>
                </a:solidFill>
              </a:rPr>
              <a:t>LF</a:t>
            </a:r>
            <a:r>
              <a:rPr lang="zh-CN" altLang="en-US" sz="2200">
                <a:solidFill>
                  <a:srgbClr val="000000"/>
                </a:solidFill>
                <a:latin typeface="宋体" panose="02010600030101010101" pitchFamily="2" charset="-122"/>
              </a:rPr>
              <a:t>结束</a:t>
            </a:r>
            <a:r>
              <a:rPr lang="zh-CN" altLang="en-US" sz="2200">
                <a:solidFill>
                  <a:srgbClr val="000000"/>
                </a:solidFill>
              </a:rPr>
              <a:t>”</a:t>
            </a:r>
            <a:r>
              <a:rPr lang="zh-CN" altLang="en-US" sz="2200">
                <a:solidFill>
                  <a:srgbClr val="000000"/>
                </a:solidFill>
                <a:latin typeface="宋体" panose="02010600030101010101" pitchFamily="2" charset="-122"/>
              </a:rPr>
              <a:t>等。</a:t>
            </a:r>
            <a:endParaRPr lang="zh-CN" altLang="en-US" sz="22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843">
                                            <p:txEl>
                                              <p:pRg st="1" end="1"/>
                                            </p:txEl>
                                          </p:spTgt>
                                        </p:tgtEl>
                                        <p:attrNameLst>
                                          <p:attrName>style.visibility</p:attrName>
                                        </p:attrNameLst>
                                      </p:cBhvr>
                                      <p:to>
                                        <p:strVal val="visible"/>
                                      </p:to>
                                    </p:set>
                                    <p:animEffect transition="in" filter="box(in)">
                                      <p:cBhvr>
                                        <p:cTn id="7" dur="1000"/>
                                        <p:tgtEl>
                                          <p:spTgt spid="3584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5843">
                                            <p:txEl>
                                              <p:pRg st="2" end="2"/>
                                            </p:txEl>
                                          </p:spTgt>
                                        </p:tgtEl>
                                        <p:attrNameLst>
                                          <p:attrName>style.visibility</p:attrName>
                                        </p:attrNameLst>
                                      </p:cBhvr>
                                      <p:to>
                                        <p:strVal val="visible"/>
                                      </p:to>
                                    </p:set>
                                    <p:animEffect transition="in" filter="box(in)">
                                      <p:cBhvr>
                                        <p:cTn id="12" dur="1000"/>
                                        <p:tgtEl>
                                          <p:spTgt spid="3584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5843">
                                            <p:txEl>
                                              <p:pRg st="3" end="3"/>
                                            </p:txEl>
                                          </p:spTgt>
                                        </p:tgtEl>
                                        <p:attrNameLst>
                                          <p:attrName>style.visibility</p:attrName>
                                        </p:attrNameLst>
                                      </p:cBhvr>
                                      <p:to>
                                        <p:strVal val="visible"/>
                                      </p:to>
                                    </p:set>
                                    <p:animEffect transition="in" filter="box(in)">
                                      <p:cBhvr>
                                        <p:cTn id="17" dur="1000"/>
                                        <p:tgtEl>
                                          <p:spTgt spid="358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27534D87-2792-B53F-501D-AD01F709D82F}"/>
              </a:ext>
            </a:extLst>
          </p:cNvPr>
          <p:cNvSpPr>
            <a:spLocks noGrp="1" noChangeArrowheads="1"/>
          </p:cNvSpPr>
          <p:nvPr>
            <p:ph type="sldNum" sz="quarter" idx="12"/>
          </p:nvPr>
        </p:nvSpPr>
        <p:spPr>
          <a:ln/>
        </p:spPr>
        <p:txBody>
          <a:bodyPr/>
          <a:lstStyle/>
          <a:p>
            <a:pPr fontAlgn="base">
              <a:spcBef>
                <a:spcPct val="0"/>
              </a:spcBef>
              <a:spcAft>
                <a:spcPct val="0"/>
              </a:spcAft>
            </a:pPr>
            <a:fld id="{3AE478D1-B28B-4899-896B-182AA16FA63B}" type="slidenum">
              <a:rPr kumimoji="1" lang="en-US" altLang="zh-CN">
                <a:solidFill>
                  <a:srgbClr val="000000"/>
                </a:solidFill>
                <a:ea typeface="宋体" panose="02010600030101010101" pitchFamily="2" charset="-122"/>
              </a:rPr>
              <a:pPr fontAlgn="base">
                <a:spcBef>
                  <a:spcPct val="0"/>
                </a:spcBef>
                <a:spcAft>
                  <a:spcPct val="0"/>
                </a:spcAft>
              </a:pPr>
              <a:t>28</a:t>
            </a:fld>
            <a:endParaRPr kumimoji="1" lang="en-US" altLang="zh-CN">
              <a:solidFill>
                <a:srgbClr val="000000"/>
              </a:solidFill>
              <a:ea typeface="宋体" panose="02010600030101010101" pitchFamily="2" charset="-122"/>
            </a:endParaRPr>
          </a:p>
        </p:txBody>
      </p:sp>
      <p:sp>
        <p:nvSpPr>
          <p:cNvPr id="218114" name="Rectangle 2">
            <a:extLst>
              <a:ext uri="{FF2B5EF4-FFF2-40B4-BE49-F238E27FC236}">
                <a16:creationId xmlns:a16="http://schemas.microsoft.com/office/drawing/2014/main" id="{326C13FB-AF5A-5DC8-9FA0-1ED374190332}"/>
              </a:ext>
            </a:extLst>
          </p:cNvPr>
          <p:cNvSpPr>
            <a:spLocks noGrp="1" noChangeArrowheads="1"/>
          </p:cNvSpPr>
          <p:nvPr>
            <p:ph type="title"/>
          </p:nvPr>
        </p:nvSpPr>
        <p:spPr/>
        <p:txBody>
          <a:bodyPr/>
          <a:lstStyle/>
          <a:p>
            <a:r>
              <a:rPr lang="zh-CN" altLang="en-US"/>
              <a:t>等价类划分</a:t>
            </a:r>
          </a:p>
        </p:txBody>
      </p:sp>
      <p:sp>
        <p:nvSpPr>
          <p:cNvPr id="218115" name="Rectangle 3">
            <a:extLst>
              <a:ext uri="{FF2B5EF4-FFF2-40B4-BE49-F238E27FC236}">
                <a16:creationId xmlns:a16="http://schemas.microsoft.com/office/drawing/2014/main" id="{37C3A74F-34EF-71EB-14B3-9C3A9C295FE6}"/>
              </a:ext>
            </a:extLst>
          </p:cNvPr>
          <p:cNvSpPr>
            <a:spLocks noGrp="1" noChangeArrowheads="1"/>
          </p:cNvSpPr>
          <p:nvPr>
            <p:ph type="body" idx="1"/>
          </p:nvPr>
        </p:nvSpPr>
        <p:spPr>
          <a:xfrm>
            <a:off x="1981200" y="1125538"/>
            <a:ext cx="8229600" cy="5078412"/>
          </a:xfrm>
        </p:spPr>
        <p:txBody>
          <a:bodyPr/>
          <a:lstStyle/>
          <a:p>
            <a:pPr eaLnBrk="1" hangingPunct="1">
              <a:lnSpc>
                <a:spcPct val="150000"/>
              </a:lnSpc>
              <a:spcBef>
                <a:spcPct val="50000"/>
              </a:spcBef>
            </a:pPr>
            <a:r>
              <a:rPr lang="zh-CN" altLang="en-US" sz="2600"/>
              <a:t>从划分出的等价类中按以下原则</a:t>
            </a:r>
            <a:r>
              <a:rPr lang="zh-CN" altLang="en-US" sz="2600">
                <a:solidFill>
                  <a:srgbClr val="FF0000"/>
                </a:solidFill>
              </a:rPr>
              <a:t>选择测试用例</a:t>
            </a:r>
            <a:r>
              <a:rPr lang="zh-CN" altLang="en-US" sz="2600"/>
              <a:t>：</a:t>
            </a:r>
          </a:p>
          <a:p>
            <a:pPr lvl="1" eaLnBrk="1" hangingPunct="1">
              <a:lnSpc>
                <a:spcPct val="150000"/>
              </a:lnSpc>
              <a:spcBef>
                <a:spcPct val="50000"/>
              </a:spcBef>
            </a:pPr>
            <a:r>
              <a:rPr lang="en-US" altLang="zh-CN" sz="2200"/>
              <a:t>(1) </a:t>
            </a:r>
            <a:r>
              <a:rPr lang="zh-CN" altLang="en-US" sz="2200"/>
              <a:t>为每一个等价类规定一个</a:t>
            </a:r>
            <a:r>
              <a:rPr lang="zh-CN" altLang="en-US" sz="2200">
                <a:solidFill>
                  <a:srgbClr val="FF0000"/>
                </a:solidFill>
              </a:rPr>
              <a:t>唯一编号</a:t>
            </a:r>
            <a:r>
              <a:rPr lang="zh-CN" altLang="en-US" sz="2200"/>
              <a:t>；</a:t>
            </a:r>
          </a:p>
          <a:p>
            <a:pPr lvl="1" eaLnBrk="1" hangingPunct="1">
              <a:lnSpc>
                <a:spcPct val="150000"/>
              </a:lnSpc>
              <a:spcBef>
                <a:spcPct val="50000"/>
              </a:spcBef>
            </a:pPr>
            <a:r>
              <a:rPr lang="en-US" altLang="zh-CN" sz="2200"/>
              <a:t>(2) </a:t>
            </a:r>
            <a:r>
              <a:rPr lang="zh-CN" altLang="en-US" sz="2200"/>
              <a:t>设计一个新的测试用例，使其</a:t>
            </a:r>
            <a:r>
              <a:rPr lang="zh-CN" altLang="en-US" sz="2200">
                <a:solidFill>
                  <a:srgbClr val="FF0000"/>
                </a:solidFill>
              </a:rPr>
              <a:t>尽可能多地覆盖尚未被覆盖的有效等价类</a:t>
            </a:r>
            <a:r>
              <a:rPr lang="zh-CN" altLang="en-US" sz="2200"/>
              <a:t>，重复这一步，直到所有的有效等价类都被覆盖为止；</a:t>
            </a:r>
          </a:p>
          <a:p>
            <a:pPr lvl="1" eaLnBrk="1" hangingPunct="1">
              <a:lnSpc>
                <a:spcPct val="150000"/>
              </a:lnSpc>
              <a:spcBef>
                <a:spcPct val="50000"/>
              </a:spcBef>
            </a:pPr>
            <a:r>
              <a:rPr lang="en-US" altLang="zh-CN" sz="2200"/>
              <a:t>(3) </a:t>
            </a:r>
            <a:r>
              <a:rPr lang="zh-CN" altLang="en-US" sz="2200"/>
              <a:t>设计一个新的测试用例，使其</a:t>
            </a:r>
            <a:r>
              <a:rPr lang="zh-CN" altLang="en-US" sz="2200">
                <a:solidFill>
                  <a:srgbClr val="FF0000"/>
                </a:solidFill>
              </a:rPr>
              <a:t>仅覆盖一个尚未被覆盖的无效等价类</a:t>
            </a:r>
            <a:r>
              <a:rPr lang="zh-CN" altLang="en-US" sz="2200"/>
              <a:t>，重复这一步，直到所有的无效等价类都被覆盖为止。</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B1B5E4BB-B998-D321-1AB6-F53F896BA79D}"/>
              </a:ext>
            </a:extLst>
          </p:cNvPr>
          <p:cNvSpPr>
            <a:spLocks noGrp="1" noChangeArrowheads="1"/>
          </p:cNvSpPr>
          <p:nvPr>
            <p:ph type="sldNum" sz="quarter" idx="12"/>
          </p:nvPr>
        </p:nvSpPr>
        <p:spPr>
          <a:ln/>
        </p:spPr>
        <p:txBody>
          <a:bodyPr/>
          <a:lstStyle/>
          <a:p>
            <a:pPr fontAlgn="base">
              <a:spcBef>
                <a:spcPct val="0"/>
              </a:spcBef>
              <a:spcAft>
                <a:spcPct val="0"/>
              </a:spcAft>
            </a:pPr>
            <a:fld id="{A8897438-5C43-4DAF-AD93-499E691E6026}" type="slidenum">
              <a:rPr kumimoji="1" lang="en-US" altLang="zh-CN">
                <a:solidFill>
                  <a:srgbClr val="000000"/>
                </a:solidFill>
                <a:ea typeface="宋体" panose="02010600030101010101" pitchFamily="2" charset="-122"/>
              </a:rPr>
              <a:pPr fontAlgn="base">
                <a:spcBef>
                  <a:spcPct val="0"/>
                </a:spcBef>
                <a:spcAft>
                  <a:spcPct val="0"/>
                </a:spcAft>
              </a:pPr>
              <a:t>29</a:t>
            </a:fld>
            <a:endParaRPr kumimoji="1" lang="en-US" altLang="zh-CN">
              <a:solidFill>
                <a:srgbClr val="000000"/>
              </a:solidFill>
              <a:ea typeface="宋体" panose="02010600030101010101" pitchFamily="2" charset="-122"/>
            </a:endParaRPr>
          </a:p>
        </p:txBody>
      </p:sp>
      <p:pic>
        <p:nvPicPr>
          <p:cNvPr id="195586" name="Picture 4">
            <a:extLst>
              <a:ext uri="{FF2B5EF4-FFF2-40B4-BE49-F238E27FC236}">
                <a16:creationId xmlns:a16="http://schemas.microsoft.com/office/drawing/2014/main" id="{7EA52953-620A-342E-F0E1-3F22C52B89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2526" y="2997200"/>
            <a:ext cx="7129463" cy="337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0" name="Rectangle 2">
            <a:extLst>
              <a:ext uri="{FF2B5EF4-FFF2-40B4-BE49-F238E27FC236}">
                <a16:creationId xmlns:a16="http://schemas.microsoft.com/office/drawing/2014/main" id="{6F25E6CD-3CFA-DC2C-02E1-C23B93992772}"/>
              </a:ext>
            </a:extLst>
          </p:cNvPr>
          <p:cNvSpPr>
            <a:spLocks noGrp="1" noChangeArrowheads="1"/>
          </p:cNvSpPr>
          <p:nvPr>
            <p:ph type="title" idx="4294967295"/>
          </p:nvPr>
        </p:nvSpPr>
        <p:spPr>
          <a:xfrm>
            <a:off x="1919288" y="260351"/>
            <a:ext cx="7772400" cy="720725"/>
          </a:xfrm>
        </p:spPr>
        <p:txBody>
          <a:bodyPr/>
          <a:lstStyle/>
          <a:p>
            <a:pPr eaLnBrk="1" hangingPunct="1"/>
            <a:r>
              <a:rPr lang="zh-CN" altLang="en-US"/>
              <a:t>等价类划分</a:t>
            </a:r>
          </a:p>
        </p:txBody>
      </p:sp>
      <p:sp>
        <p:nvSpPr>
          <p:cNvPr id="37891" name="Rectangle 3">
            <a:extLst>
              <a:ext uri="{FF2B5EF4-FFF2-40B4-BE49-F238E27FC236}">
                <a16:creationId xmlns:a16="http://schemas.microsoft.com/office/drawing/2014/main" id="{D68C917B-D701-CF01-8558-4462A9E690B9}"/>
              </a:ext>
            </a:extLst>
          </p:cNvPr>
          <p:cNvSpPr>
            <a:spLocks noGrp="1" noChangeArrowheads="1"/>
          </p:cNvSpPr>
          <p:nvPr>
            <p:ph idx="4294967295"/>
          </p:nvPr>
        </p:nvSpPr>
        <p:spPr>
          <a:xfrm>
            <a:off x="1774825" y="1125539"/>
            <a:ext cx="8642350" cy="2016125"/>
          </a:xfrm>
        </p:spPr>
        <p:txBody>
          <a:bodyPr/>
          <a:lstStyle/>
          <a:p>
            <a:pPr eaLnBrk="1" hangingPunct="1">
              <a:lnSpc>
                <a:spcPct val="135000"/>
              </a:lnSpc>
            </a:pPr>
            <a:r>
              <a:rPr lang="zh-CN" altLang="en-US" sz="2000">
                <a:solidFill>
                  <a:srgbClr val="000000"/>
                </a:solidFill>
                <a:latin typeface="宋体" panose="02010600030101010101" pitchFamily="2" charset="-122"/>
              </a:rPr>
              <a:t>例</a:t>
            </a:r>
            <a:r>
              <a:rPr lang="zh-CN" altLang="en-US" sz="2000">
                <a:solidFill>
                  <a:srgbClr val="000000"/>
                </a:solidFill>
              </a:rPr>
              <a:t>：</a:t>
            </a:r>
            <a:r>
              <a:rPr lang="zh-CN" altLang="en-US" sz="2000">
                <a:solidFill>
                  <a:srgbClr val="000000"/>
                </a:solidFill>
                <a:latin typeface="宋体" panose="02010600030101010101" pitchFamily="2" charset="-122"/>
              </a:rPr>
              <a:t>在某</a:t>
            </a:r>
            <a:r>
              <a:rPr lang="en-US" altLang="zh-CN" sz="2000">
                <a:solidFill>
                  <a:srgbClr val="000000"/>
                </a:solidFill>
              </a:rPr>
              <a:t>PASCAL</a:t>
            </a:r>
            <a:r>
              <a:rPr lang="zh-CN" altLang="en-US" sz="2000">
                <a:solidFill>
                  <a:srgbClr val="000000"/>
                </a:solidFill>
                <a:latin typeface="宋体" panose="02010600030101010101" pitchFamily="2" charset="-122"/>
              </a:rPr>
              <a:t>语言版本中规定：</a:t>
            </a:r>
            <a:r>
              <a:rPr lang="zh-CN" altLang="en-US" sz="2000">
                <a:solidFill>
                  <a:srgbClr val="000000"/>
                </a:solidFill>
              </a:rPr>
              <a:t>“</a:t>
            </a:r>
            <a:r>
              <a:rPr lang="zh-CN" altLang="en-US" sz="2000">
                <a:solidFill>
                  <a:srgbClr val="000000"/>
                </a:solidFill>
                <a:latin typeface="宋体" panose="02010600030101010101" pitchFamily="2" charset="-122"/>
              </a:rPr>
              <a:t>标识符是由字母开头，后跟字母或数字的任意组合构成。有效字符数为</a:t>
            </a:r>
            <a:r>
              <a:rPr lang="en-US" altLang="zh-CN" sz="2000">
                <a:solidFill>
                  <a:srgbClr val="000000"/>
                </a:solidFill>
              </a:rPr>
              <a:t>8</a:t>
            </a:r>
            <a:r>
              <a:rPr lang="zh-CN" altLang="en-US" sz="2000">
                <a:solidFill>
                  <a:srgbClr val="000000"/>
                </a:solidFill>
                <a:latin typeface="宋体" panose="02010600030101010101" pitchFamily="2" charset="-122"/>
              </a:rPr>
              <a:t>个，最大字符数为</a:t>
            </a:r>
            <a:r>
              <a:rPr lang="en-US" altLang="zh-CN" sz="2000">
                <a:solidFill>
                  <a:srgbClr val="000000"/>
                </a:solidFill>
              </a:rPr>
              <a:t>80</a:t>
            </a:r>
            <a:r>
              <a:rPr lang="zh-CN" altLang="en-US" sz="2000">
                <a:solidFill>
                  <a:srgbClr val="000000"/>
                </a:solidFill>
                <a:latin typeface="宋体" panose="02010600030101010101" pitchFamily="2" charset="-122"/>
              </a:rPr>
              <a:t>个。不能是保留字</a:t>
            </a:r>
            <a:r>
              <a:rPr lang="zh-CN" altLang="en-US" sz="2000">
                <a:solidFill>
                  <a:srgbClr val="000000"/>
                </a:solidFill>
              </a:rPr>
              <a:t>” 。</a:t>
            </a:r>
            <a:r>
              <a:rPr lang="zh-CN" altLang="en-US" sz="2000">
                <a:solidFill>
                  <a:srgbClr val="000000"/>
                </a:solidFill>
                <a:latin typeface="宋体" panose="02010600030101010101" pitchFamily="2" charset="-122"/>
              </a:rPr>
              <a:t>并且规定：</a:t>
            </a:r>
            <a:r>
              <a:rPr lang="zh-CN" altLang="en-US" sz="2000">
                <a:solidFill>
                  <a:srgbClr val="000000"/>
                </a:solidFill>
              </a:rPr>
              <a:t>“</a:t>
            </a:r>
            <a:r>
              <a:rPr lang="zh-CN" altLang="en-US" sz="2000">
                <a:solidFill>
                  <a:srgbClr val="000000"/>
                </a:solidFill>
                <a:latin typeface="宋体" panose="02010600030101010101" pitchFamily="2" charset="-122"/>
              </a:rPr>
              <a:t>标识符必须先说明，再使用。</a:t>
            </a:r>
            <a:r>
              <a:rPr lang="zh-CN" altLang="en-US" sz="2000">
                <a:solidFill>
                  <a:srgbClr val="000000"/>
                </a:solidFill>
              </a:rPr>
              <a:t>” 另外， “</a:t>
            </a:r>
            <a:r>
              <a:rPr lang="zh-CN" altLang="en-US" sz="2000">
                <a:solidFill>
                  <a:srgbClr val="000000"/>
                </a:solidFill>
                <a:latin typeface="宋体" panose="02010600030101010101" pitchFamily="2" charset="-122"/>
              </a:rPr>
              <a:t>在同一说明语句中，标识符至少必须有一个。</a:t>
            </a:r>
            <a:r>
              <a:rPr lang="zh-CN" altLang="en-US">
                <a:effectLst>
                  <a:outerShdw blurRad="38100" dist="38100" dir="2700000" algn="tl">
                    <a:srgbClr val="C0C0C0"/>
                  </a:outerShdw>
                </a:effectLst>
              </a:rPr>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8701DAD8-3311-15FD-DBC0-5C96193A10AB}"/>
              </a:ext>
            </a:extLst>
          </p:cNvPr>
          <p:cNvSpPr>
            <a:spLocks noGrp="1" noChangeArrowheads="1"/>
          </p:cNvSpPr>
          <p:nvPr>
            <p:ph type="sldNum" sz="quarter" idx="12"/>
          </p:nvPr>
        </p:nvSpPr>
        <p:spPr>
          <a:ln/>
        </p:spPr>
        <p:txBody>
          <a:bodyPr/>
          <a:lstStyle/>
          <a:p>
            <a:pPr fontAlgn="base">
              <a:spcBef>
                <a:spcPct val="0"/>
              </a:spcBef>
              <a:spcAft>
                <a:spcPct val="0"/>
              </a:spcAft>
            </a:pPr>
            <a:fld id="{A26A2123-A0A6-4DC2-819D-EDC727C8965A}" type="slidenum">
              <a:rPr kumimoji="1" lang="en-US" altLang="zh-CN">
                <a:solidFill>
                  <a:srgbClr val="000000"/>
                </a:solidFill>
                <a:ea typeface="宋体" panose="02010600030101010101" pitchFamily="2" charset="-122"/>
              </a:rPr>
              <a:pPr fontAlgn="base">
                <a:spcBef>
                  <a:spcPct val="0"/>
                </a:spcBef>
                <a:spcAft>
                  <a:spcPct val="0"/>
                </a:spcAft>
              </a:pPr>
              <a:t>30</a:t>
            </a:fld>
            <a:endParaRPr kumimoji="1" lang="en-US" altLang="zh-CN">
              <a:solidFill>
                <a:srgbClr val="000000"/>
              </a:solidFill>
              <a:ea typeface="宋体" panose="02010600030101010101" pitchFamily="2" charset="-122"/>
            </a:endParaRPr>
          </a:p>
        </p:txBody>
      </p:sp>
      <p:sp>
        <p:nvSpPr>
          <p:cNvPr id="38914" name="Rectangle 2">
            <a:extLst>
              <a:ext uri="{FF2B5EF4-FFF2-40B4-BE49-F238E27FC236}">
                <a16:creationId xmlns:a16="http://schemas.microsoft.com/office/drawing/2014/main" id="{992B6D1F-C830-7F6B-8599-A1ADA41784F3}"/>
              </a:ext>
            </a:extLst>
          </p:cNvPr>
          <p:cNvSpPr>
            <a:spLocks noGrp="1" noChangeArrowheads="1"/>
          </p:cNvSpPr>
          <p:nvPr>
            <p:ph type="title" idx="4294967295"/>
          </p:nvPr>
        </p:nvSpPr>
        <p:spPr>
          <a:xfrm>
            <a:off x="1919288" y="260351"/>
            <a:ext cx="7772400" cy="720725"/>
          </a:xfrm>
        </p:spPr>
        <p:txBody>
          <a:bodyPr/>
          <a:lstStyle/>
          <a:p>
            <a:pPr eaLnBrk="1" hangingPunct="1"/>
            <a:r>
              <a:rPr lang="zh-CN" altLang="en-US"/>
              <a:t>等价类划分（</a:t>
            </a:r>
            <a:r>
              <a:rPr lang="en-US" altLang="zh-CN"/>
              <a:t>IX</a:t>
            </a:r>
            <a:r>
              <a:rPr lang="zh-CN" altLang="en-US"/>
              <a:t>）</a:t>
            </a:r>
          </a:p>
        </p:txBody>
      </p:sp>
      <p:sp>
        <p:nvSpPr>
          <p:cNvPr id="38915" name="Rectangle 3">
            <a:extLst>
              <a:ext uri="{FF2B5EF4-FFF2-40B4-BE49-F238E27FC236}">
                <a16:creationId xmlns:a16="http://schemas.microsoft.com/office/drawing/2014/main" id="{83C80EE6-8314-EBEF-6C6E-5AB1D35F1094}"/>
              </a:ext>
            </a:extLst>
          </p:cNvPr>
          <p:cNvSpPr>
            <a:spLocks noGrp="1" noChangeArrowheads="1"/>
          </p:cNvSpPr>
          <p:nvPr>
            <p:ph idx="4294967295"/>
          </p:nvPr>
        </p:nvSpPr>
        <p:spPr>
          <a:xfrm>
            <a:off x="1884363" y="1062039"/>
            <a:ext cx="8388350" cy="5462587"/>
          </a:xfrm>
        </p:spPr>
        <p:txBody>
          <a:bodyPr/>
          <a:lstStyle/>
          <a:p>
            <a:pPr eaLnBrk="1" hangingPunct="1">
              <a:lnSpc>
                <a:spcPct val="120000"/>
              </a:lnSpc>
            </a:pPr>
            <a:r>
              <a:rPr lang="zh-CN" altLang="en-US" sz="2200">
                <a:solidFill>
                  <a:srgbClr val="000000"/>
                </a:solidFill>
                <a:latin typeface="宋体" panose="02010600030101010101" pitchFamily="2" charset="-122"/>
              </a:rPr>
              <a:t>下面选取了</a:t>
            </a:r>
            <a:r>
              <a:rPr lang="en-US" altLang="zh-CN" sz="2200">
                <a:solidFill>
                  <a:srgbClr val="000000"/>
                </a:solidFill>
                <a:latin typeface="宋体" panose="02010600030101010101" pitchFamily="2" charset="-122"/>
              </a:rPr>
              <a:t>9</a:t>
            </a:r>
            <a:r>
              <a:rPr lang="zh-CN" altLang="en-US" sz="2200">
                <a:solidFill>
                  <a:srgbClr val="000000"/>
                </a:solidFill>
                <a:latin typeface="宋体" panose="02010600030101010101" pitchFamily="2" charset="-122"/>
              </a:rPr>
              <a:t>个测试用例，它们覆盖了所有的等价类。</a:t>
            </a:r>
          </a:p>
          <a:p>
            <a:pPr marL="742950" lvl="1" indent="-285750" eaLnBrk="1" hangingPunct="1">
              <a:lnSpc>
                <a:spcPct val="120000"/>
              </a:lnSpc>
            </a:pPr>
            <a:r>
              <a:rPr lang="zh-CN" altLang="en-US" sz="1800" b="0">
                <a:solidFill>
                  <a:srgbClr val="000000"/>
                </a:solidFill>
              </a:rPr>
              <a:t>①  </a:t>
            </a:r>
            <a:r>
              <a:rPr lang="en-US" altLang="zh-CN" sz="1800" b="0">
                <a:solidFill>
                  <a:srgbClr val="000000"/>
                </a:solidFill>
              </a:rPr>
              <a:t>VAR x</a:t>
            </a:r>
            <a:r>
              <a:rPr lang="zh-CN" altLang="en-US" sz="1800" b="0">
                <a:solidFill>
                  <a:srgbClr val="000000"/>
                </a:solidFill>
              </a:rPr>
              <a:t>，</a:t>
            </a:r>
            <a:r>
              <a:rPr lang="en-US" altLang="zh-CN" sz="1800" b="0">
                <a:solidFill>
                  <a:srgbClr val="000000"/>
                </a:solidFill>
              </a:rPr>
              <a:t>T1234567</a:t>
            </a:r>
            <a:r>
              <a:rPr lang="zh-CN" altLang="en-US" sz="1800" b="0">
                <a:solidFill>
                  <a:srgbClr val="000000"/>
                </a:solidFill>
              </a:rPr>
              <a:t>：</a:t>
            </a:r>
            <a:r>
              <a:rPr lang="en-US" altLang="zh-CN" sz="1800" b="0">
                <a:solidFill>
                  <a:srgbClr val="000000"/>
                </a:solidFill>
              </a:rPr>
              <a:t>REAL</a:t>
            </a:r>
            <a:r>
              <a:rPr lang="zh-CN" altLang="en-US" sz="1800" b="0">
                <a:solidFill>
                  <a:srgbClr val="000000"/>
                </a:solidFill>
              </a:rPr>
              <a:t>；</a:t>
            </a:r>
            <a:endParaRPr lang="zh-CN" altLang="en-US" sz="1800" b="0"/>
          </a:p>
          <a:p>
            <a:pPr algn="just" eaLnBrk="1" hangingPunct="1">
              <a:lnSpc>
                <a:spcPct val="120000"/>
              </a:lnSpc>
              <a:buFontTx/>
              <a:buNone/>
            </a:pPr>
            <a:r>
              <a:rPr lang="zh-CN" altLang="en-US" sz="1800" b="0">
                <a:solidFill>
                  <a:srgbClr val="000000"/>
                </a:solidFill>
              </a:rPr>
              <a:t>         		</a:t>
            </a:r>
            <a:r>
              <a:rPr lang="en-US" altLang="zh-CN" sz="1800" b="0">
                <a:solidFill>
                  <a:srgbClr val="000000"/>
                </a:solidFill>
              </a:rPr>
              <a:t>BEGIN  x := 3.414</a:t>
            </a:r>
            <a:r>
              <a:rPr lang="zh-CN" altLang="en-US" sz="1800" b="0">
                <a:solidFill>
                  <a:srgbClr val="000000"/>
                </a:solidFill>
              </a:rPr>
              <a:t>；</a:t>
            </a:r>
          </a:p>
          <a:p>
            <a:pPr algn="just" eaLnBrk="1" hangingPunct="1">
              <a:lnSpc>
                <a:spcPct val="120000"/>
              </a:lnSpc>
              <a:buFontTx/>
              <a:buNone/>
            </a:pPr>
            <a:r>
              <a:rPr lang="zh-CN" altLang="en-US" sz="1800" b="0">
                <a:solidFill>
                  <a:srgbClr val="000000"/>
                </a:solidFill>
              </a:rPr>
              <a:t>             		</a:t>
            </a:r>
            <a:r>
              <a:rPr lang="en-US" altLang="zh-CN" sz="1800" b="0">
                <a:solidFill>
                  <a:srgbClr val="000000"/>
                </a:solidFill>
              </a:rPr>
              <a:t>T1234567 := 2.732</a:t>
            </a:r>
            <a:r>
              <a:rPr lang="zh-CN" altLang="en-US" sz="1800" b="0">
                <a:solidFill>
                  <a:srgbClr val="000000"/>
                </a:solidFill>
              </a:rPr>
              <a:t>；     	</a:t>
            </a:r>
            <a:r>
              <a:rPr lang="en-US" altLang="zh-CN" sz="1800">
                <a:solidFill>
                  <a:srgbClr val="FF0000"/>
                </a:solidFill>
              </a:rPr>
              <a:t>(1), (2), (4), (8), (9), (12), (14)</a:t>
            </a:r>
          </a:p>
          <a:p>
            <a:pPr marL="742950" lvl="1" indent="-285750" eaLnBrk="1" hangingPunct="1">
              <a:lnSpc>
                <a:spcPct val="120000"/>
              </a:lnSpc>
            </a:pPr>
            <a:r>
              <a:rPr lang="en-US" altLang="zh-CN" sz="1800" b="0">
                <a:solidFill>
                  <a:srgbClr val="000000"/>
                </a:solidFill>
              </a:rPr>
              <a:t>②  VAR  </a:t>
            </a:r>
            <a:r>
              <a:rPr lang="zh-CN" altLang="en-US" sz="1800" b="0">
                <a:solidFill>
                  <a:srgbClr val="000000"/>
                </a:solidFill>
              </a:rPr>
              <a:t>：</a:t>
            </a:r>
            <a:r>
              <a:rPr lang="en-US" altLang="zh-CN" sz="1800" b="0">
                <a:solidFill>
                  <a:srgbClr val="000000"/>
                </a:solidFill>
              </a:rPr>
              <a:t>REAL</a:t>
            </a:r>
            <a:r>
              <a:rPr lang="zh-CN" altLang="en-US" sz="1800" b="0">
                <a:solidFill>
                  <a:srgbClr val="000000"/>
                </a:solidFill>
              </a:rPr>
              <a:t>；                  	</a:t>
            </a:r>
            <a:r>
              <a:rPr lang="en-US" altLang="zh-CN" sz="1800">
                <a:solidFill>
                  <a:srgbClr val="FF0000"/>
                </a:solidFill>
              </a:rPr>
              <a:t>(3)   //0</a:t>
            </a:r>
            <a:r>
              <a:rPr lang="zh-CN" altLang="en-US" sz="1800">
                <a:solidFill>
                  <a:srgbClr val="FF0000"/>
                </a:solidFill>
              </a:rPr>
              <a:t>个标识符</a:t>
            </a:r>
          </a:p>
          <a:p>
            <a:pPr marL="742950" lvl="1" indent="-285750" eaLnBrk="1" hangingPunct="1">
              <a:lnSpc>
                <a:spcPct val="120000"/>
              </a:lnSpc>
            </a:pPr>
            <a:r>
              <a:rPr lang="en-US" altLang="zh-CN" sz="1800" b="0">
                <a:solidFill>
                  <a:srgbClr val="000000"/>
                </a:solidFill>
              </a:rPr>
              <a:t>③  VAR x</a:t>
            </a:r>
            <a:r>
              <a:rPr lang="zh-CN" altLang="en-US" sz="1800" b="0">
                <a:solidFill>
                  <a:srgbClr val="000000"/>
                </a:solidFill>
              </a:rPr>
              <a:t>，：</a:t>
            </a:r>
            <a:r>
              <a:rPr lang="en-US" altLang="zh-CN" sz="1800" b="0">
                <a:solidFill>
                  <a:srgbClr val="000000"/>
                </a:solidFill>
              </a:rPr>
              <a:t>REAL;                 	</a:t>
            </a:r>
            <a:r>
              <a:rPr lang="en-US" altLang="zh-CN" sz="1800">
                <a:solidFill>
                  <a:srgbClr val="FF0000"/>
                </a:solidFill>
              </a:rPr>
              <a:t>(5)   //</a:t>
            </a:r>
            <a:r>
              <a:rPr lang="zh-CN" altLang="en-US" sz="1800">
                <a:solidFill>
                  <a:srgbClr val="FF0000"/>
                </a:solidFill>
              </a:rPr>
              <a:t>标识符字符数为</a:t>
            </a:r>
            <a:r>
              <a:rPr lang="en-US" altLang="zh-CN" sz="1800">
                <a:solidFill>
                  <a:srgbClr val="FF0000"/>
                </a:solidFill>
              </a:rPr>
              <a:t>0</a:t>
            </a:r>
            <a:r>
              <a:rPr lang="zh-CN" altLang="en-US" sz="1800">
                <a:solidFill>
                  <a:srgbClr val="FF0000"/>
                </a:solidFill>
              </a:rPr>
              <a:t>个</a:t>
            </a:r>
          </a:p>
          <a:p>
            <a:pPr marL="742950" lvl="1" indent="-285750" eaLnBrk="1" hangingPunct="1">
              <a:lnSpc>
                <a:spcPct val="120000"/>
              </a:lnSpc>
            </a:pPr>
            <a:r>
              <a:rPr lang="en-US" altLang="zh-CN" sz="1800" b="0">
                <a:solidFill>
                  <a:srgbClr val="000000"/>
                </a:solidFill>
              </a:rPr>
              <a:t>④  VAR T12345678</a:t>
            </a:r>
            <a:r>
              <a:rPr lang="zh-CN" altLang="en-US" sz="1800" b="0">
                <a:solidFill>
                  <a:srgbClr val="000000"/>
                </a:solidFill>
              </a:rPr>
              <a:t>：</a:t>
            </a:r>
            <a:r>
              <a:rPr lang="en-US" altLang="zh-CN" sz="1800" b="0">
                <a:solidFill>
                  <a:srgbClr val="000000"/>
                </a:solidFill>
              </a:rPr>
              <a:t>REAL</a:t>
            </a:r>
            <a:r>
              <a:rPr lang="zh-CN" altLang="en-US" sz="1800" b="0">
                <a:solidFill>
                  <a:srgbClr val="000000"/>
                </a:solidFill>
              </a:rPr>
              <a:t>；    	</a:t>
            </a:r>
            <a:r>
              <a:rPr lang="en-US" altLang="zh-CN" sz="1800">
                <a:solidFill>
                  <a:srgbClr val="FF0000"/>
                </a:solidFill>
              </a:rPr>
              <a:t>(6)   //</a:t>
            </a:r>
            <a:r>
              <a:rPr lang="zh-CN" altLang="en-US" sz="1800">
                <a:solidFill>
                  <a:srgbClr val="FF0000"/>
                </a:solidFill>
              </a:rPr>
              <a:t>标识符字符数大于</a:t>
            </a:r>
            <a:r>
              <a:rPr lang="en-US" altLang="zh-CN" sz="1800">
                <a:solidFill>
                  <a:srgbClr val="FF0000"/>
                </a:solidFill>
              </a:rPr>
              <a:t>8</a:t>
            </a:r>
            <a:r>
              <a:rPr lang="zh-CN" altLang="en-US" sz="1800">
                <a:solidFill>
                  <a:srgbClr val="FF0000"/>
                </a:solidFill>
              </a:rPr>
              <a:t>个</a:t>
            </a:r>
            <a:r>
              <a:rPr lang="zh-CN" altLang="en-US" sz="1800" b="0">
                <a:solidFill>
                  <a:srgbClr val="000000"/>
                </a:solidFill>
              </a:rPr>
              <a:t> </a:t>
            </a:r>
          </a:p>
          <a:p>
            <a:pPr marL="742950" lvl="1" indent="-285750" eaLnBrk="1" hangingPunct="1">
              <a:lnSpc>
                <a:spcPct val="120000"/>
              </a:lnSpc>
            </a:pPr>
            <a:r>
              <a:rPr lang="en-US" altLang="zh-CN" sz="1800" b="0">
                <a:solidFill>
                  <a:srgbClr val="000000"/>
                </a:solidFill>
              </a:rPr>
              <a:t>⑤  VAR T12345......</a:t>
            </a:r>
            <a:r>
              <a:rPr lang="zh-CN" altLang="en-US" sz="1800" b="0">
                <a:solidFill>
                  <a:srgbClr val="000000"/>
                </a:solidFill>
              </a:rPr>
              <a:t>：</a:t>
            </a:r>
            <a:r>
              <a:rPr lang="en-US" altLang="zh-CN" sz="1800" b="0">
                <a:solidFill>
                  <a:srgbClr val="000000"/>
                </a:solidFill>
              </a:rPr>
              <a:t>REAL</a:t>
            </a:r>
            <a:r>
              <a:rPr lang="zh-CN" altLang="en-US" sz="1800" b="0">
                <a:solidFill>
                  <a:srgbClr val="000000"/>
                </a:solidFill>
              </a:rPr>
              <a:t>；    	</a:t>
            </a:r>
            <a:r>
              <a:rPr lang="en-US" altLang="zh-CN" sz="1800">
                <a:solidFill>
                  <a:srgbClr val="FF0000"/>
                </a:solidFill>
              </a:rPr>
              <a:t>(7)   //</a:t>
            </a:r>
            <a:r>
              <a:rPr lang="zh-CN" altLang="en-US" sz="1800">
                <a:solidFill>
                  <a:srgbClr val="FF0000"/>
                </a:solidFill>
              </a:rPr>
              <a:t>多于</a:t>
            </a:r>
            <a:r>
              <a:rPr lang="en-US" altLang="zh-CN" sz="1800">
                <a:solidFill>
                  <a:srgbClr val="FF0000"/>
                </a:solidFill>
              </a:rPr>
              <a:t>80</a:t>
            </a:r>
            <a:r>
              <a:rPr lang="zh-CN" altLang="en-US" sz="1800">
                <a:solidFill>
                  <a:srgbClr val="FF0000"/>
                </a:solidFill>
              </a:rPr>
              <a:t>个字符</a:t>
            </a:r>
          </a:p>
          <a:p>
            <a:pPr marL="742950" lvl="1" indent="-285750" eaLnBrk="1" hangingPunct="1">
              <a:lnSpc>
                <a:spcPct val="120000"/>
              </a:lnSpc>
            </a:pPr>
            <a:r>
              <a:rPr lang="zh-CN" altLang="en-US" sz="1800" b="0">
                <a:solidFill>
                  <a:srgbClr val="000000"/>
                </a:solidFill>
              </a:rPr>
              <a:t>⑥  </a:t>
            </a:r>
            <a:r>
              <a:rPr lang="en-US" altLang="zh-CN" sz="1800" b="0">
                <a:solidFill>
                  <a:srgbClr val="000000"/>
                </a:solidFill>
              </a:rPr>
              <a:t>VAR T$</a:t>
            </a:r>
            <a:r>
              <a:rPr lang="zh-CN" altLang="en-US" sz="1800" b="0">
                <a:solidFill>
                  <a:srgbClr val="000000"/>
                </a:solidFill>
              </a:rPr>
              <a:t>：</a:t>
            </a:r>
            <a:r>
              <a:rPr lang="en-US" altLang="zh-CN" sz="1800" b="0">
                <a:solidFill>
                  <a:srgbClr val="000000"/>
                </a:solidFill>
              </a:rPr>
              <a:t>CHAR</a:t>
            </a:r>
            <a:r>
              <a:rPr lang="zh-CN" altLang="en-US" sz="1800" b="0">
                <a:solidFill>
                  <a:srgbClr val="000000"/>
                </a:solidFill>
              </a:rPr>
              <a:t>；               	</a:t>
            </a:r>
            <a:r>
              <a:rPr lang="en-US" altLang="zh-CN" sz="1800">
                <a:solidFill>
                  <a:srgbClr val="FF0000"/>
                </a:solidFill>
              </a:rPr>
              <a:t>(10)  //</a:t>
            </a:r>
            <a:r>
              <a:rPr lang="zh-CN" altLang="en-US" sz="1800">
                <a:solidFill>
                  <a:srgbClr val="FF0000"/>
                </a:solidFill>
              </a:rPr>
              <a:t>非字母数字字符</a:t>
            </a:r>
          </a:p>
          <a:p>
            <a:pPr marL="742950" lvl="1" indent="-285750" algn="just" eaLnBrk="1" hangingPunct="1">
              <a:lnSpc>
                <a:spcPct val="120000"/>
              </a:lnSpc>
            </a:pPr>
            <a:r>
              <a:rPr lang="en-US" altLang="zh-CN" sz="1800" b="0">
                <a:solidFill>
                  <a:srgbClr val="000000"/>
                </a:solidFill>
              </a:rPr>
              <a:t>⑦  VAR GOTO</a:t>
            </a:r>
            <a:r>
              <a:rPr lang="zh-CN" altLang="en-US" sz="1800" b="0">
                <a:solidFill>
                  <a:srgbClr val="000000"/>
                </a:solidFill>
              </a:rPr>
              <a:t>：</a:t>
            </a:r>
            <a:r>
              <a:rPr lang="en-US" altLang="zh-CN" sz="1800" b="0">
                <a:solidFill>
                  <a:srgbClr val="000000"/>
                </a:solidFill>
              </a:rPr>
              <a:t>INTEGER</a:t>
            </a:r>
            <a:r>
              <a:rPr lang="zh-CN" altLang="en-US" sz="1800" b="0">
                <a:solidFill>
                  <a:srgbClr val="000000"/>
                </a:solidFill>
              </a:rPr>
              <a:t>；  	</a:t>
            </a:r>
            <a:r>
              <a:rPr lang="en-US" altLang="zh-CN" sz="1800">
                <a:solidFill>
                  <a:srgbClr val="FF0000"/>
                </a:solidFill>
              </a:rPr>
              <a:t>(11)  //</a:t>
            </a:r>
            <a:r>
              <a:rPr lang="zh-CN" altLang="en-US" sz="1800">
                <a:solidFill>
                  <a:srgbClr val="FF0000"/>
                </a:solidFill>
              </a:rPr>
              <a:t>保留字</a:t>
            </a:r>
          </a:p>
          <a:p>
            <a:pPr marL="742950" lvl="1" indent="-285750" algn="just" eaLnBrk="1" hangingPunct="1">
              <a:lnSpc>
                <a:spcPct val="120000"/>
              </a:lnSpc>
            </a:pPr>
            <a:r>
              <a:rPr lang="en-US" altLang="zh-CN" sz="1800" b="0">
                <a:solidFill>
                  <a:srgbClr val="000000"/>
                </a:solidFill>
              </a:rPr>
              <a:t>⑧  VAR 2T</a:t>
            </a:r>
            <a:r>
              <a:rPr lang="zh-CN" altLang="en-US" sz="1800" b="0">
                <a:solidFill>
                  <a:srgbClr val="000000"/>
                </a:solidFill>
              </a:rPr>
              <a:t>：</a:t>
            </a:r>
            <a:r>
              <a:rPr lang="en-US" altLang="zh-CN" sz="1800" b="0">
                <a:solidFill>
                  <a:srgbClr val="000000"/>
                </a:solidFill>
              </a:rPr>
              <a:t>REAL</a:t>
            </a:r>
            <a:r>
              <a:rPr lang="zh-CN" altLang="en-US" sz="1800" b="0">
                <a:solidFill>
                  <a:srgbClr val="000000"/>
                </a:solidFill>
              </a:rPr>
              <a:t>；                	</a:t>
            </a:r>
            <a:r>
              <a:rPr lang="en-US" altLang="zh-CN" sz="1800">
                <a:solidFill>
                  <a:srgbClr val="FF0000"/>
                </a:solidFill>
              </a:rPr>
              <a:t>(13)  //</a:t>
            </a:r>
            <a:r>
              <a:rPr lang="zh-CN" altLang="en-US" sz="1800">
                <a:solidFill>
                  <a:srgbClr val="FF0000"/>
                </a:solidFill>
              </a:rPr>
              <a:t>第一个字符非字母</a:t>
            </a:r>
          </a:p>
          <a:p>
            <a:pPr marL="742950" lvl="1" indent="-285750" algn="just" eaLnBrk="1" hangingPunct="1">
              <a:lnSpc>
                <a:spcPct val="120000"/>
              </a:lnSpc>
            </a:pPr>
            <a:r>
              <a:rPr lang="en-US" altLang="zh-CN" sz="1800" b="0">
                <a:solidFill>
                  <a:srgbClr val="000000"/>
                </a:solidFill>
              </a:rPr>
              <a:t>⑨  </a:t>
            </a:r>
            <a:r>
              <a:rPr lang="en-US" altLang="en-US" sz="1800" b="0">
                <a:solidFill>
                  <a:srgbClr val="000000"/>
                </a:solidFill>
              </a:rPr>
              <a:t>BEGIN   PA</a:t>
            </a:r>
            <a:r>
              <a:rPr lang="en-US" altLang="zh-CN" sz="1800" b="0">
                <a:solidFill>
                  <a:srgbClr val="000000"/>
                </a:solidFill>
              </a:rPr>
              <a:t>R</a:t>
            </a:r>
            <a:r>
              <a:rPr lang="en-US" altLang="en-US" sz="1800" b="0">
                <a:solidFill>
                  <a:srgbClr val="000000"/>
                </a:solidFill>
              </a:rPr>
              <a:t> := SIN (3.14 * 0.8) / 6；</a:t>
            </a:r>
            <a:r>
              <a:rPr lang="en-US" altLang="en-US" sz="1800"/>
              <a:t> </a:t>
            </a:r>
            <a:endParaRPr lang="en-US" altLang="zh-CN" sz="1800"/>
          </a:p>
          <a:p>
            <a:pPr marL="742950" lvl="1" indent="-285750" algn="just" eaLnBrk="1" hangingPunct="1">
              <a:lnSpc>
                <a:spcPct val="120000"/>
              </a:lnSpc>
              <a:buNone/>
            </a:pPr>
            <a:r>
              <a:rPr lang="en-US" altLang="zh-CN" sz="1800" b="0">
                <a:solidFill>
                  <a:srgbClr val="000000"/>
                </a:solidFill>
              </a:rPr>
              <a:t>			</a:t>
            </a:r>
            <a:r>
              <a:rPr lang="en-US" altLang="en-US" sz="1800" b="0">
                <a:solidFill>
                  <a:srgbClr val="000000"/>
                </a:solidFill>
              </a:rPr>
              <a:t>VAR PAR：REAL； </a:t>
            </a:r>
            <a:r>
              <a:rPr lang="en-US" altLang="zh-CN" sz="1800" b="0">
                <a:solidFill>
                  <a:srgbClr val="000000"/>
                </a:solidFill>
              </a:rPr>
              <a:t>	</a:t>
            </a:r>
            <a:r>
              <a:rPr lang="en-US" altLang="zh-CN" sz="1800">
                <a:solidFill>
                  <a:srgbClr val="FF0000"/>
                </a:solidFill>
              </a:rPr>
              <a:t>(15)  //</a:t>
            </a:r>
            <a:r>
              <a:rPr lang="zh-CN" altLang="en-US" sz="1800">
                <a:solidFill>
                  <a:srgbClr val="FF0000"/>
                </a:solidFill>
              </a:rPr>
              <a:t>未说明已使用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8915">
                                            <p:txEl>
                                              <p:pRg st="1" end="1"/>
                                            </p:txEl>
                                          </p:spTgt>
                                        </p:tgtEl>
                                        <p:attrNameLst>
                                          <p:attrName>style.visibility</p:attrName>
                                        </p:attrNameLst>
                                      </p:cBhvr>
                                      <p:to>
                                        <p:strVal val="visible"/>
                                      </p:to>
                                    </p:set>
                                    <p:anim calcmode="lin" valueType="num">
                                      <p:cBhvr additive="base">
                                        <p:cTn id="7" dur="1000" fill="hold"/>
                                        <p:tgtEl>
                                          <p:spTgt spid="38915">
                                            <p:txEl>
                                              <p:pRg st="1" end="1"/>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891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8915">
                                            <p:txEl>
                                              <p:pRg st="2" end="2"/>
                                            </p:txEl>
                                          </p:spTgt>
                                        </p:tgtEl>
                                        <p:attrNameLst>
                                          <p:attrName>style.visibility</p:attrName>
                                        </p:attrNameLst>
                                      </p:cBhvr>
                                      <p:to>
                                        <p:strVal val="visible"/>
                                      </p:to>
                                    </p:set>
                                    <p:anim calcmode="lin" valueType="num">
                                      <p:cBhvr additive="base">
                                        <p:cTn id="11" dur="1000" fill="hold"/>
                                        <p:tgtEl>
                                          <p:spTgt spid="38915">
                                            <p:txEl>
                                              <p:pRg st="2" end="2"/>
                                            </p:txEl>
                                          </p:spTgt>
                                        </p:tgtEl>
                                        <p:attrNameLst>
                                          <p:attrName>ppt_x</p:attrName>
                                        </p:attrNameLst>
                                      </p:cBhvr>
                                      <p:tavLst>
                                        <p:tav tm="0">
                                          <p:val>
                                            <p:strVal val="#ppt_x"/>
                                          </p:val>
                                        </p:tav>
                                        <p:tav tm="100000">
                                          <p:val>
                                            <p:strVal val="#ppt_x"/>
                                          </p:val>
                                        </p:tav>
                                      </p:tavLst>
                                    </p:anim>
                                    <p:anim calcmode="lin" valueType="num">
                                      <p:cBhvr additive="base">
                                        <p:cTn id="12" dur="1000" fill="hold"/>
                                        <p:tgtEl>
                                          <p:spTgt spid="38915">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8915">
                                            <p:txEl>
                                              <p:pRg st="3" end="3"/>
                                            </p:txEl>
                                          </p:spTgt>
                                        </p:tgtEl>
                                        <p:attrNameLst>
                                          <p:attrName>style.visibility</p:attrName>
                                        </p:attrNameLst>
                                      </p:cBhvr>
                                      <p:to>
                                        <p:strVal val="visible"/>
                                      </p:to>
                                    </p:set>
                                    <p:anim calcmode="lin" valueType="num">
                                      <p:cBhvr additive="base">
                                        <p:cTn id="15" dur="1000" fill="hold"/>
                                        <p:tgtEl>
                                          <p:spTgt spid="38915">
                                            <p:txEl>
                                              <p:pRg st="3" end="3"/>
                                            </p:txEl>
                                          </p:spTgt>
                                        </p:tgtEl>
                                        <p:attrNameLst>
                                          <p:attrName>ppt_x</p:attrName>
                                        </p:attrNameLst>
                                      </p:cBhvr>
                                      <p:tavLst>
                                        <p:tav tm="0">
                                          <p:val>
                                            <p:strVal val="#ppt_x"/>
                                          </p:val>
                                        </p:tav>
                                        <p:tav tm="100000">
                                          <p:val>
                                            <p:strVal val="#ppt_x"/>
                                          </p:val>
                                        </p:tav>
                                      </p:tavLst>
                                    </p:anim>
                                    <p:anim calcmode="lin" valueType="num">
                                      <p:cBhvr additive="base">
                                        <p:cTn id="16" dur="1000" fill="hold"/>
                                        <p:tgtEl>
                                          <p:spTgt spid="389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38915">
                                            <p:txEl>
                                              <p:pRg st="4" end="4"/>
                                            </p:txEl>
                                          </p:spTgt>
                                        </p:tgtEl>
                                        <p:attrNameLst>
                                          <p:attrName>style.visibility</p:attrName>
                                        </p:attrNameLst>
                                      </p:cBhvr>
                                      <p:to>
                                        <p:strVal val="visible"/>
                                      </p:to>
                                    </p:set>
                                    <p:anim calcmode="lin" valueType="num">
                                      <p:cBhvr additive="base">
                                        <p:cTn id="21" dur="1000" fill="hold"/>
                                        <p:tgtEl>
                                          <p:spTgt spid="38915">
                                            <p:txEl>
                                              <p:pRg st="4" end="4"/>
                                            </p:txEl>
                                          </p:spTgt>
                                        </p:tgtEl>
                                        <p:attrNameLst>
                                          <p:attrName>ppt_x</p:attrName>
                                        </p:attrNameLst>
                                      </p:cBhvr>
                                      <p:tavLst>
                                        <p:tav tm="0">
                                          <p:val>
                                            <p:strVal val="#ppt_x"/>
                                          </p:val>
                                        </p:tav>
                                        <p:tav tm="100000">
                                          <p:val>
                                            <p:strVal val="#ppt_x"/>
                                          </p:val>
                                        </p:tav>
                                      </p:tavLst>
                                    </p:anim>
                                    <p:anim calcmode="lin" valueType="num">
                                      <p:cBhvr additive="base">
                                        <p:cTn id="22" dur="1000" fill="hold"/>
                                        <p:tgtEl>
                                          <p:spTgt spid="389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38915">
                                            <p:txEl>
                                              <p:pRg st="5" end="5"/>
                                            </p:txEl>
                                          </p:spTgt>
                                        </p:tgtEl>
                                        <p:attrNameLst>
                                          <p:attrName>style.visibility</p:attrName>
                                        </p:attrNameLst>
                                      </p:cBhvr>
                                      <p:to>
                                        <p:strVal val="visible"/>
                                      </p:to>
                                    </p:set>
                                    <p:anim calcmode="lin" valueType="num">
                                      <p:cBhvr additive="base">
                                        <p:cTn id="27" dur="1000" fill="hold"/>
                                        <p:tgtEl>
                                          <p:spTgt spid="38915">
                                            <p:txEl>
                                              <p:pRg st="5" end="5"/>
                                            </p:txEl>
                                          </p:spTgt>
                                        </p:tgtEl>
                                        <p:attrNameLst>
                                          <p:attrName>ppt_x</p:attrName>
                                        </p:attrNameLst>
                                      </p:cBhvr>
                                      <p:tavLst>
                                        <p:tav tm="0">
                                          <p:val>
                                            <p:strVal val="#ppt_x"/>
                                          </p:val>
                                        </p:tav>
                                        <p:tav tm="100000">
                                          <p:val>
                                            <p:strVal val="#ppt_x"/>
                                          </p:val>
                                        </p:tav>
                                      </p:tavLst>
                                    </p:anim>
                                    <p:anim calcmode="lin" valueType="num">
                                      <p:cBhvr additive="base">
                                        <p:cTn id="28" dur="1000" fill="hold"/>
                                        <p:tgtEl>
                                          <p:spTgt spid="3891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38915">
                                            <p:txEl>
                                              <p:pRg st="6" end="6"/>
                                            </p:txEl>
                                          </p:spTgt>
                                        </p:tgtEl>
                                        <p:attrNameLst>
                                          <p:attrName>style.visibility</p:attrName>
                                        </p:attrNameLst>
                                      </p:cBhvr>
                                      <p:to>
                                        <p:strVal val="visible"/>
                                      </p:to>
                                    </p:set>
                                    <p:anim calcmode="lin" valueType="num">
                                      <p:cBhvr additive="base">
                                        <p:cTn id="33" dur="1000" fill="hold"/>
                                        <p:tgtEl>
                                          <p:spTgt spid="38915">
                                            <p:txEl>
                                              <p:pRg st="6" end="6"/>
                                            </p:txEl>
                                          </p:spTgt>
                                        </p:tgtEl>
                                        <p:attrNameLst>
                                          <p:attrName>ppt_x</p:attrName>
                                        </p:attrNameLst>
                                      </p:cBhvr>
                                      <p:tavLst>
                                        <p:tav tm="0">
                                          <p:val>
                                            <p:strVal val="#ppt_x"/>
                                          </p:val>
                                        </p:tav>
                                        <p:tav tm="100000">
                                          <p:val>
                                            <p:strVal val="#ppt_x"/>
                                          </p:val>
                                        </p:tav>
                                      </p:tavLst>
                                    </p:anim>
                                    <p:anim calcmode="lin" valueType="num">
                                      <p:cBhvr additive="base">
                                        <p:cTn id="34" dur="1000" fill="hold"/>
                                        <p:tgtEl>
                                          <p:spTgt spid="3891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38915">
                                            <p:txEl>
                                              <p:pRg st="7" end="7"/>
                                            </p:txEl>
                                          </p:spTgt>
                                        </p:tgtEl>
                                        <p:attrNameLst>
                                          <p:attrName>style.visibility</p:attrName>
                                        </p:attrNameLst>
                                      </p:cBhvr>
                                      <p:to>
                                        <p:strVal val="visible"/>
                                      </p:to>
                                    </p:set>
                                    <p:anim calcmode="lin" valueType="num">
                                      <p:cBhvr additive="base">
                                        <p:cTn id="39" dur="1000" fill="hold"/>
                                        <p:tgtEl>
                                          <p:spTgt spid="38915">
                                            <p:txEl>
                                              <p:pRg st="7" end="7"/>
                                            </p:txEl>
                                          </p:spTgt>
                                        </p:tgtEl>
                                        <p:attrNameLst>
                                          <p:attrName>ppt_x</p:attrName>
                                        </p:attrNameLst>
                                      </p:cBhvr>
                                      <p:tavLst>
                                        <p:tav tm="0">
                                          <p:val>
                                            <p:strVal val="#ppt_x"/>
                                          </p:val>
                                        </p:tav>
                                        <p:tav tm="100000">
                                          <p:val>
                                            <p:strVal val="#ppt_x"/>
                                          </p:val>
                                        </p:tav>
                                      </p:tavLst>
                                    </p:anim>
                                    <p:anim calcmode="lin" valueType="num">
                                      <p:cBhvr additive="base">
                                        <p:cTn id="40" dur="1000" fill="hold"/>
                                        <p:tgtEl>
                                          <p:spTgt spid="3891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4" fill="hold" nodeType="clickEffect">
                                  <p:stCondLst>
                                    <p:cond delay="0"/>
                                  </p:stCondLst>
                                  <p:childTnLst>
                                    <p:set>
                                      <p:cBhvr>
                                        <p:cTn id="44" dur="1" fill="hold">
                                          <p:stCondLst>
                                            <p:cond delay="0"/>
                                          </p:stCondLst>
                                        </p:cTn>
                                        <p:tgtEl>
                                          <p:spTgt spid="38915">
                                            <p:txEl>
                                              <p:pRg st="8" end="8"/>
                                            </p:txEl>
                                          </p:spTgt>
                                        </p:tgtEl>
                                        <p:attrNameLst>
                                          <p:attrName>style.visibility</p:attrName>
                                        </p:attrNameLst>
                                      </p:cBhvr>
                                      <p:to>
                                        <p:strVal val="visible"/>
                                      </p:to>
                                    </p:set>
                                    <p:anim calcmode="lin" valueType="num">
                                      <p:cBhvr additive="base">
                                        <p:cTn id="45" dur="1000" fill="hold"/>
                                        <p:tgtEl>
                                          <p:spTgt spid="38915">
                                            <p:txEl>
                                              <p:pRg st="8" end="8"/>
                                            </p:txEl>
                                          </p:spTgt>
                                        </p:tgtEl>
                                        <p:attrNameLst>
                                          <p:attrName>ppt_x</p:attrName>
                                        </p:attrNameLst>
                                      </p:cBhvr>
                                      <p:tavLst>
                                        <p:tav tm="0">
                                          <p:val>
                                            <p:strVal val="#ppt_x"/>
                                          </p:val>
                                        </p:tav>
                                        <p:tav tm="100000">
                                          <p:val>
                                            <p:strVal val="#ppt_x"/>
                                          </p:val>
                                        </p:tav>
                                      </p:tavLst>
                                    </p:anim>
                                    <p:anim calcmode="lin" valueType="num">
                                      <p:cBhvr additive="base">
                                        <p:cTn id="46" dur="1000" fill="hold"/>
                                        <p:tgtEl>
                                          <p:spTgt spid="3891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4" fill="hold" nodeType="clickEffect">
                                  <p:stCondLst>
                                    <p:cond delay="0"/>
                                  </p:stCondLst>
                                  <p:childTnLst>
                                    <p:set>
                                      <p:cBhvr>
                                        <p:cTn id="50" dur="1" fill="hold">
                                          <p:stCondLst>
                                            <p:cond delay="0"/>
                                          </p:stCondLst>
                                        </p:cTn>
                                        <p:tgtEl>
                                          <p:spTgt spid="38915">
                                            <p:txEl>
                                              <p:pRg st="9" end="9"/>
                                            </p:txEl>
                                          </p:spTgt>
                                        </p:tgtEl>
                                        <p:attrNameLst>
                                          <p:attrName>style.visibility</p:attrName>
                                        </p:attrNameLst>
                                      </p:cBhvr>
                                      <p:to>
                                        <p:strVal val="visible"/>
                                      </p:to>
                                    </p:set>
                                    <p:anim calcmode="lin" valueType="num">
                                      <p:cBhvr additive="base">
                                        <p:cTn id="51" dur="1000" fill="hold"/>
                                        <p:tgtEl>
                                          <p:spTgt spid="38915">
                                            <p:txEl>
                                              <p:pRg st="9" end="9"/>
                                            </p:txEl>
                                          </p:spTgt>
                                        </p:tgtEl>
                                        <p:attrNameLst>
                                          <p:attrName>ppt_x</p:attrName>
                                        </p:attrNameLst>
                                      </p:cBhvr>
                                      <p:tavLst>
                                        <p:tav tm="0">
                                          <p:val>
                                            <p:strVal val="#ppt_x"/>
                                          </p:val>
                                        </p:tav>
                                        <p:tav tm="100000">
                                          <p:val>
                                            <p:strVal val="#ppt_x"/>
                                          </p:val>
                                        </p:tav>
                                      </p:tavLst>
                                    </p:anim>
                                    <p:anim calcmode="lin" valueType="num">
                                      <p:cBhvr additive="base">
                                        <p:cTn id="52" dur="1000" fill="hold"/>
                                        <p:tgtEl>
                                          <p:spTgt spid="3891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4" fill="hold" nodeType="clickEffect">
                                  <p:stCondLst>
                                    <p:cond delay="0"/>
                                  </p:stCondLst>
                                  <p:childTnLst>
                                    <p:set>
                                      <p:cBhvr>
                                        <p:cTn id="56" dur="1" fill="hold">
                                          <p:stCondLst>
                                            <p:cond delay="0"/>
                                          </p:stCondLst>
                                        </p:cTn>
                                        <p:tgtEl>
                                          <p:spTgt spid="38915">
                                            <p:txEl>
                                              <p:pRg st="10" end="10"/>
                                            </p:txEl>
                                          </p:spTgt>
                                        </p:tgtEl>
                                        <p:attrNameLst>
                                          <p:attrName>style.visibility</p:attrName>
                                        </p:attrNameLst>
                                      </p:cBhvr>
                                      <p:to>
                                        <p:strVal val="visible"/>
                                      </p:to>
                                    </p:set>
                                    <p:anim calcmode="lin" valueType="num">
                                      <p:cBhvr additive="base">
                                        <p:cTn id="57" dur="1000" fill="hold"/>
                                        <p:tgtEl>
                                          <p:spTgt spid="38915">
                                            <p:txEl>
                                              <p:pRg st="10" end="10"/>
                                            </p:txEl>
                                          </p:spTgt>
                                        </p:tgtEl>
                                        <p:attrNameLst>
                                          <p:attrName>ppt_x</p:attrName>
                                        </p:attrNameLst>
                                      </p:cBhvr>
                                      <p:tavLst>
                                        <p:tav tm="0">
                                          <p:val>
                                            <p:strVal val="#ppt_x"/>
                                          </p:val>
                                        </p:tav>
                                        <p:tav tm="100000">
                                          <p:val>
                                            <p:strVal val="#ppt_x"/>
                                          </p:val>
                                        </p:tav>
                                      </p:tavLst>
                                    </p:anim>
                                    <p:anim calcmode="lin" valueType="num">
                                      <p:cBhvr additive="base">
                                        <p:cTn id="58" dur="1000" fill="hold"/>
                                        <p:tgtEl>
                                          <p:spTgt spid="3891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ntr" presetSubtype="4" fill="hold" nodeType="clickEffect">
                                  <p:stCondLst>
                                    <p:cond delay="0"/>
                                  </p:stCondLst>
                                  <p:childTnLst>
                                    <p:set>
                                      <p:cBhvr>
                                        <p:cTn id="62" dur="1" fill="hold">
                                          <p:stCondLst>
                                            <p:cond delay="0"/>
                                          </p:stCondLst>
                                        </p:cTn>
                                        <p:tgtEl>
                                          <p:spTgt spid="38915">
                                            <p:txEl>
                                              <p:pRg st="11" end="11"/>
                                            </p:txEl>
                                          </p:spTgt>
                                        </p:tgtEl>
                                        <p:attrNameLst>
                                          <p:attrName>style.visibility</p:attrName>
                                        </p:attrNameLst>
                                      </p:cBhvr>
                                      <p:to>
                                        <p:strVal val="visible"/>
                                      </p:to>
                                    </p:set>
                                    <p:anim calcmode="lin" valueType="num">
                                      <p:cBhvr additive="base">
                                        <p:cTn id="63" dur="1000" fill="hold"/>
                                        <p:tgtEl>
                                          <p:spTgt spid="38915">
                                            <p:txEl>
                                              <p:pRg st="11" end="11"/>
                                            </p:txEl>
                                          </p:spTgt>
                                        </p:tgtEl>
                                        <p:attrNameLst>
                                          <p:attrName>ppt_x</p:attrName>
                                        </p:attrNameLst>
                                      </p:cBhvr>
                                      <p:tavLst>
                                        <p:tav tm="0">
                                          <p:val>
                                            <p:strVal val="#ppt_x"/>
                                          </p:val>
                                        </p:tav>
                                        <p:tav tm="100000">
                                          <p:val>
                                            <p:strVal val="#ppt_x"/>
                                          </p:val>
                                        </p:tav>
                                      </p:tavLst>
                                    </p:anim>
                                    <p:anim calcmode="lin" valueType="num">
                                      <p:cBhvr additive="base">
                                        <p:cTn id="64" dur="1000" fill="hold"/>
                                        <p:tgtEl>
                                          <p:spTgt spid="38915">
                                            <p:txEl>
                                              <p:pRg st="11" end="11"/>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38915">
                                            <p:txEl>
                                              <p:pRg st="12" end="12"/>
                                            </p:txEl>
                                          </p:spTgt>
                                        </p:tgtEl>
                                        <p:attrNameLst>
                                          <p:attrName>style.visibility</p:attrName>
                                        </p:attrNameLst>
                                      </p:cBhvr>
                                      <p:to>
                                        <p:strVal val="visible"/>
                                      </p:to>
                                    </p:set>
                                    <p:anim calcmode="lin" valueType="num">
                                      <p:cBhvr additive="base">
                                        <p:cTn id="67" dur="1000" fill="hold"/>
                                        <p:tgtEl>
                                          <p:spTgt spid="38915">
                                            <p:txEl>
                                              <p:pRg st="12" end="12"/>
                                            </p:txEl>
                                          </p:spTgt>
                                        </p:tgtEl>
                                        <p:attrNameLst>
                                          <p:attrName>ppt_x</p:attrName>
                                        </p:attrNameLst>
                                      </p:cBhvr>
                                      <p:tavLst>
                                        <p:tav tm="0">
                                          <p:val>
                                            <p:strVal val="#ppt_x"/>
                                          </p:val>
                                        </p:tav>
                                        <p:tav tm="100000">
                                          <p:val>
                                            <p:strVal val="#ppt_x"/>
                                          </p:val>
                                        </p:tav>
                                      </p:tavLst>
                                    </p:anim>
                                    <p:anim calcmode="lin" valueType="num">
                                      <p:cBhvr additive="base">
                                        <p:cTn id="68" dur="1000" fill="hold"/>
                                        <p:tgtEl>
                                          <p:spTgt spid="38915">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BC378A65-63CA-3FB0-5C71-0549774B2083}"/>
              </a:ext>
            </a:extLst>
          </p:cNvPr>
          <p:cNvSpPr>
            <a:spLocks noGrp="1" noChangeArrowheads="1"/>
          </p:cNvSpPr>
          <p:nvPr>
            <p:ph type="sldNum" sz="quarter" idx="12"/>
          </p:nvPr>
        </p:nvSpPr>
        <p:spPr>
          <a:ln/>
        </p:spPr>
        <p:txBody>
          <a:bodyPr/>
          <a:lstStyle/>
          <a:p>
            <a:pPr fontAlgn="base">
              <a:spcBef>
                <a:spcPct val="0"/>
              </a:spcBef>
              <a:spcAft>
                <a:spcPct val="0"/>
              </a:spcAft>
            </a:pPr>
            <a:fld id="{D5C88757-5413-48BB-83C5-A42C0A44D1B3}" type="slidenum">
              <a:rPr kumimoji="1" lang="en-US" altLang="zh-CN">
                <a:solidFill>
                  <a:srgbClr val="000000"/>
                </a:solidFill>
                <a:ea typeface="宋体" panose="02010600030101010101" pitchFamily="2" charset="-122"/>
              </a:rPr>
              <a:pPr fontAlgn="base">
                <a:spcBef>
                  <a:spcPct val="0"/>
                </a:spcBef>
                <a:spcAft>
                  <a:spcPct val="0"/>
                </a:spcAft>
              </a:pPr>
              <a:t>31</a:t>
            </a:fld>
            <a:endParaRPr kumimoji="1" lang="en-US" altLang="zh-CN">
              <a:solidFill>
                <a:srgbClr val="000000"/>
              </a:solidFill>
              <a:ea typeface="宋体" panose="02010600030101010101" pitchFamily="2" charset="-122"/>
            </a:endParaRPr>
          </a:p>
        </p:txBody>
      </p:sp>
      <p:sp>
        <p:nvSpPr>
          <p:cNvPr id="60418" name="Rectangle 1026">
            <a:extLst>
              <a:ext uri="{FF2B5EF4-FFF2-40B4-BE49-F238E27FC236}">
                <a16:creationId xmlns:a16="http://schemas.microsoft.com/office/drawing/2014/main" id="{D1F8CCD6-DB27-8FEA-D105-D7D0E65F8C37}"/>
              </a:ext>
            </a:extLst>
          </p:cNvPr>
          <p:cNvSpPr>
            <a:spLocks noGrp="1" noChangeArrowheads="1"/>
          </p:cNvSpPr>
          <p:nvPr>
            <p:ph type="title" idx="4294967295"/>
          </p:nvPr>
        </p:nvSpPr>
        <p:spPr>
          <a:xfrm>
            <a:off x="1919288" y="260350"/>
            <a:ext cx="7772400" cy="647700"/>
          </a:xfrm>
        </p:spPr>
        <p:txBody>
          <a:bodyPr/>
          <a:lstStyle/>
          <a:p>
            <a:pPr eaLnBrk="1" hangingPunct="1"/>
            <a:r>
              <a:rPr lang="zh-CN" altLang="en-US"/>
              <a:t>黑盒测试</a:t>
            </a:r>
          </a:p>
        </p:txBody>
      </p:sp>
      <p:sp>
        <p:nvSpPr>
          <p:cNvPr id="60419" name="Rectangle 1027">
            <a:extLst>
              <a:ext uri="{FF2B5EF4-FFF2-40B4-BE49-F238E27FC236}">
                <a16:creationId xmlns:a16="http://schemas.microsoft.com/office/drawing/2014/main" id="{980DB3AD-373D-0D35-AC50-91B0798ACBB0}"/>
              </a:ext>
            </a:extLst>
          </p:cNvPr>
          <p:cNvSpPr>
            <a:spLocks noGrp="1" noChangeArrowheads="1"/>
          </p:cNvSpPr>
          <p:nvPr>
            <p:ph idx="4294967295"/>
          </p:nvPr>
        </p:nvSpPr>
        <p:spPr>
          <a:xfrm>
            <a:off x="1847850" y="990600"/>
            <a:ext cx="8351838" cy="5175250"/>
          </a:xfrm>
        </p:spPr>
        <p:txBody>
          <a:bodyPr/>
          <a:lstStyle/>
          <a:p>
            <a:pPr eaLnBrk="1" hangingPunct="1">
              <a:lnSpc>
                <a:spcPct val="145000"/>
              </a:lnSpc>
            </a:pPr>
            <a:r>
              <a:rPr lang="zh-CN" altLang="en-US"/>
              <a:t>边界值分析：</a:t>
            </a:r>
          </a:p>
          <a:p>
            <a:pPr lvl="1" eaLnBrk="1" hangingPunct="1">
              <a:lnSpc>
                <a:spcPct val="145000"/>
              </a:lnSpc>
            </a:pPr>
            <a:r>
              <a:rPr lang="zh-CN" altLang="en-US" sz="2200"/>
              <a:t>多数错误出现在输入域的</a:t>
            </a:r>
            <a:r>
              <a:rPr lang="zh-CN" altLang="en-US" sz="2200">
                <a:solidFill>
                  <a:schemeClr val="accent2"/>
                </a:solidFill>
              </a:rPr>
              <a:t>边界处</a:t>
            </a:r>
            <a:r>
              <a:rPr lang="zh-CN" altLang="en-US" sz="2200"/>
              <a:t>，而不是在 “</a:t>
            </a:r>
            <a:r>
              <a:rPr lang="zh-CN" altLang="en-US" sz="2200">
                <a:solidFill>
                  <a:schemeClr val="accent2"/>
                </a:solidFill>
              </a:rPr>
              <a:t>中间</a:t>
            </a:r>
            <a:r>
              <a:rPr lang="zh-CN" altLang="en-US" sz="2200"/>
              <a:t>”； </a:t>
            </a:r>
          </a:p>
          <a:p>
            <a:pPr lvl="1" eaLnBrk="1" hangingPunct="1">
              <a:lnSpc>
                <a:spcPct val="145000"/>
              </a:lnSpc>
            </a:pPr>
            <a:r>
              <a:rPr lang="zh-CN" altLang="en-US" sz="2200"/>
              <a:t>指导原则：</a:t>
            </a:r>
          </a:p>
          <a:p>
            <a:pPr lvl="2" eaLnBrk="1" hangingPunct="1">
              <a:lnSpc>
                <a:spcPct val="145000"/>
              </a:lnSpc>
            </a:pPr>
            <a:r>
              <a:rPr lang="en-US" altLang="zh-CN" sz="2000"/>
              <a:t>1. </a:t>
            </a:r>
            <a:r>
              <a:rPr lang="zh-CN" altLang="en-US" sz="2000"/>
              <a:t>若输入条件指定为以</a:t>
            </a:r>
            <a:r>
              <a:rPr lang="en-US" altLang="zh-CN" sz="2000">
                <a:solidFill>
                  <a:schemeClr val="accent2"/>
                </a:solidFill>
              </a:rPr>
              <a:t>a</a:t>
            </a:r>
            <a:r>
              <a:rPr lang="zh-CN" altLang="en-US" sz="2000"/>
              <a:t>和</a:t>
            </a:r>
            <a:r>
              <a:rPr lang="en-US" altLang="zh-CN" sz="2000">
                <a:solidFill>
                  <a:schemeClr val="accent2"/>
                </a:solidFill>
              </a:rPr>
              <a:t>b</a:t>
            </a:r>
            <a:r>
              <a:rPr lang="zh-CN" altLang="en-US" sz="2000"/>
              <a:t>为边界的</a:t>
            </a:r>
            <a:r>
              <a:rPr lang="zh-CN" altLang="en-US" sz="2000">
                <a:solidFill>
                  <a:srgbClr val="FF0000"/>
                </a:solidFill>
              </a:rPr>
              <a:t>范围</a:t>
            </a:r>
            <a:r>
              <a:rPr lang="zh-CN" altLang="en-US" sz="2000"/>
              <a:t>，则测试用例应该包括</a:t>
            </a:r>
            <a:r>
              <a:rPr lang="en-US" altLang="zh-CN" sz="2000">
                <a:solidFill>
                  <a:schemeClr val="accent2"/>
                </a:solidFill>
              </a:rPr>
              <a:t>a</a:t>
            </a:r>
            <a:r>
              <a:rPr lang="zh-CN" altLang="en-US" sz="2000"/>
              <a:t>和</a:t>
            </a:r>
            <a:r>
              <a:rPr lang="en-US" altLang="zh-CN" sz="2000">
                <a:solidFill>
                  <a:schemeClr val="accent2"/>
                </a:solidFill>
              </a:rPr>
              <a:t>b</a:t>
            </a:r>
            <a:r>
              <a:rPr lang="zh-CN" altLang="en-US" sz="2000"/>
              <a:t>，</a:t>
            </a:r>
            <a:r>
              <a:rPr lang="zh-CN" altLang="en-US" sz="2000">
                <a:solidFill>
                  <a:schemeClr val="accent2"/>
                </a:solidFill>
              </a:rPr>
              <a:t>略大于</a:t>
            </a:r>
            <a:r>
              <a:rPr lang="en-US" altLang="zh-CN" sz="2000">
                <a:solidFill>
                  <a:schemeClr val="accent2"/>
                </a:solidFill>
              </a:rPr>
              <a:t>a</a:t>
            </a:r>
            <a:r>
              <a:rPr lang="zh-CN" altLang="en-US" sz="2000"/>
              <a:t>和</a:t>
            </a:r>
            <a:r>
              <a:rPr lang="zh-CN" altLang="en-US" sz="2000">
                <a:solidFill>
                  <a:schemeClr val="accent2"/>
                </a:solidFill>
              </a:rPr>
              <a:t>略小于</a:t>
            </a:r>
            <a:r>
              <a:rPr lang="en-US" altLang="zh-CN" sz="2000">
                <a:solidFill>
                  <a:schemeClr val="accent2"/>
                </a:solidFill>
              </a:rPr>
              <a:t>b </a:t>
            </a:r>
            <a:r>
              <a:rPr lang="zh-CN" altLang="en-US" sz="2000"/>
              <a:t>；</a:t>
            </a:r>
            <a:endParaRPr lang="en-US" altLang="zh-CN" sz="2000">
              <a:solidFill>
                <a:schemeClr val="accent2"/>
              </a:solidFill>
            </a:endParaRPr>
          </a:p>
          <a:p>
            <a:pPr lvl="2" eaLnBrk="1" hangingPunct="1">
              <a:lnSpc>
                <a:spcPct val="145000"/>
              </a:lnSpc>
            </a:pPr>
            <a:r>
              <a:rPr lang="en-US" altLang="zh-CN" sz="2000"/>
              <a:t>2. </a:t>
            </a:r>
            <a:r>
              <a:rPr lang="zh-CN" altLang="en-US" sz="2000"/>
              <a:t>若输入条件为</a:t>
            </a:r>
            <a:r>
              <a:rPr lang="zh-CN" altLang="en-US" sz="2000">
                <a:solidFill>
                  <a:srgbClr val="FF0000"/>
                </a:solidFill>
              </a:rPr>
              <a:t>一组值</a:t>
            </a:r>
            <a:r>
              <a:rPr lang="zh-CN" altLang="en-US" sz="2000"/>
              <a:t>，则测试用例应当执行其中的</a:t>
            </a:r>
            <a:r>
              <a:rPr lang="zh-CN" altLang="en-US" sz="2000">
                <a:solidFill>
                  <a:srgbClr val="FF0000"/>
                </a:solidFill>
              </a:rPr>
              <a:t>最大值</a:t>
            </a:r>
            <a:r>
              <a:rPr lang="zh-CN" altLang="en-US" sz="2000"/>
              <a:t>和</a:t>
            </a:r>
            <a:r>
              <a:rPr lang="zh-CN" altLang="en-US" sz="2000">
                <a:solidFill>
                  <a:srgbClr val="FF0000"/>
                </a:solidFill>
              </a:rPr>
              <a:t>最小值</a:t>
            </a:r>
            <a:r>
              <a:rPr lang="zh-CN" altLang="en-US" sz="2000"/>
              <a:t>；</a:t>
            </a:r>
            <a:endParaRPr lang="zh-CN" altLang="en-US" sz="2000">
              <a:solidFill>
                <a:srgbClr val="FF0000"/>
              </a:solidFill>
            </a:endParaRPr>
          </a:p>
          <a:p>
            <a:pPr lvl="2" eaLnBrk="1" hangingPunct="1">
              <a:lnSpc>
                <a:spcPct val="145000"/>
              </a:lnSpc>
            </a:pPr>
            <a:r>
              <a:rPr lang="en-US" altLang="zh-CN" sz="2000"/>
              <a:t>3. </a:t>
            </a:r>
            <a:r>
              <a:rPr lang="zh-CN" altLang="en-US" sz="2000"/>
              <a:t>以上指导原则也适用于输出条件，确保输出也符合要求；</a:t>
            </a:r>
          </a:p>
          <a:p>
            <a:pPr lvl="2" eaLnBrk="1" hangingPunct="1">
              <a:lnSpc>
                <a:spcPct val="145000"/>
              </a:lnSpc>
            </a:pPr>
            <a:r>
              <a:rPr lang="en-US" altLang="zh-CN" sz="2000"/>
              <a:t>4. </a:t>
            </a:r>
            <a:r>
              <a:rPr lang="zh-CN" altLang="en-US" sz="2000"/>
              <a:t>若内部</a:t>
            </a:r>
            <a:r>
              <a:rPr lang="zh-CN" altLang="en-US" sz="2000">
                <a:solidFill>
                  <a:srgbClr val="FF0000"/>
                </a:solidFill>
              </a:rPr>
              <a:t>程序数据结构</a:t>
            </a:r>
            <a:r>
              <a:rPr lang="zh-CN" altLang="en-US" sz="2000"/>
              <a:t>有</a:t>
            </a:r>
            <a:r>
              <a:rPr lang="zh-CN" altLang="en-US" sz="2000">
                <a:solidFill>
                  <a:srgbClr val="FF0000"/>
                </a:solidFill>
              </a:rPr>
              <a:t>预定义的边界值</a:t>
            </a:r>
            <a:r>
              <a:rPr lang="zh-CN" altLang="en-US" sz="2000"/>
              <a:t>，要在其边界处测试数据结构 </a:t>
            </a:r>
            <a:r>
              <a:rPr lang="en-US" altLang="zh-CN" sz="2000"/>
              <a:t>(</a:t>
            </a:r>
            <a:r>
              <a:rPr lang="zh-CN" altLang="en-US" sz="2000"/>
              <a:t>例如，某张表有</a:t>
            </a:r>
            <a:r>
              <a:rPr lang="en-US" altLang="zh-CN" sz="2000"/>
              <a:t>100</a:t>
            </a:r>
            <a:r>
              <a:rPr lang="zh-CN" altLang="en-US" sz="2000"/>
              <a:t>项的定义限制</a:t>
            </a:r>
            <a:r>
              <a:rPr lang="en-US" altLang="zh-CN" sz="2000"/>
              <a:t>)</a:t>
            </a:r>
            <a:r>
              <a:rPr lang="zh-CN" altLang="en-US" sz="20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60419">
                                            <p:txEl>
                                              <p:pRg st="1" end="1"/>
                                            </p:txEl>
                                          </p:spTgt>
                                        </p:tgtEl>
                                        <p:attrNameLst>
                                          <p:attrName>style.visibility</p:attrName>
                                        </p:attrNameLst>
                                      </p:cBhvr>
                                      <p:to>
                                        <p:strVal val="visible"/>
                                      </p:to>
                                    </p:set>
                                    <p:animEffect transition="in" filter="box(in)">
                                      <p:cBhvr>
                                        <p:cTn id="7" dur="1000"/>
                                        <p:tgtEl>
                                          <p:spTgt spid="6041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60419">
                                            <p:txEl>
                                              <p:pRg st="2" end="2"/>
                                            </p:txEl>
                                          </p:spTgt>
                                        </p:tgtEl>
                                        <p:attrNameLst>
                                          <p:attrName>style.visibility</p:attrName>
                                        </p:attrNameLst>
                                      </p:cBhvr>
                                      <p:to>
                                        <p:strVal val="visible"/>
                                      </p:to>
                                    </p:set>
                                    <p:animEffect transition="in" filter="box(in)">
                                      <p:cBhvr>
                                        <p:cTn id="12" dur="1000"/>
                                        <p:tgtEl>
                                          <p:spTgt spid="6041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60419">
                                            <p:txEl>
                                              <p:pRg st="3" end="3"/>
                                            </p:txEl>
                                          </p:spTgt>
                                        </p:tgtEl>
                                        <p:attrNameLst>
                                          <p:attrName>style.visibility</p:attrName>
                                        </p:attrNameLst>
                                      </p:cBhvr>
                                      <p:to>
                                        <p:strVal val="visible"/>
                                      </p:to>
                                    </p:set>
                                    <p:animEffect transition="in" filter="box(in)">
                                      <p:cBhvr>
                                        <p:cTn id="17" dur="1000"/>
                                        <p:tgtEl>
                                          <p:spTgt spid="6041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60419">
                                            <p:txEl>
                                              <p:pRg st="4" end="4"/>
                                            </p:txEl>
                                          </p:spTgt>
                                        </p:tgtEl>
                                        <p:attrNameLst>
                                          <p:attrName>style.visibility</p:attrName>
                                        </p:attrNameLst>
                                      </p:cBhvr>
                                      <p:to>
                                        <p:strVal val="visible"/>
                                      </p:to>
                                    </p:set>
                                    <p:animEffect transition="in" filter="box(in)">
                                      <p:cBhvr>
                                        <p:cTn id="22" dur="1000"/>
                                        <p:tgtEl>
                                          <p:spTgt spid="60419">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60419">
                                            <p:txEl>
                                              <p:pRg st="5" end="5"/>
                                            </p:txEl>
                                          </p:spTgt>
                                        </p:tgtEl>
                                        <p:attrNameLst>
                                          <p:attrName>style.visibility</p:attrName>
                                        </p:attrNameLst>
                                      </p:cBhvr>
                                      <p:to>
                                        <p:strVal val="visible"/>
                                      </p:to>
                                    </p:set>
                                    <p:animEffect transition="in" filter="box(in)">
                                      <p:cBhvr>
                                        <p:cTn id="27" dur="1000"/>
                                        <p:tgtEl>
                                          <p:spTgt spid="60419">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60419">
                                            <p:txEl>
                                              <p:pRg st="6" end="6"/>
                                            </p:txEl>
                                          </p:spTgt>
                                        </p:tgtEl>
                                        <p:attrNameLst>
                                          <p:attrName>style.visibility</p:attrName>
                                        </p:attrNameLst>
                                      </p:cBhvr>
                                      <p:to>
                                        <p:strVal val="visible"/>
                                      </p:to>
                                    </p:set>
                                    <p:animEffect transition="in" filter="box(in)">
                                      <p:cBhvr>
                                        <p:cTn id="32" dur="1000"/>
                                        <p:tgtEl>
                                          <p:spTgt spid="604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3503CBBE-E65B-1770-C64E-80163B97A1CF}"/>
              </a:ext>
            </a:extLst>
          </p:cNvPr>
          <p:cNvSpPr>
            <a:spLocks noGrp="1" noChangeArrowheads="1"/>
          </p:cNvSpPr>
          <p:nvPr>
            <p:ph type="sldNum" sz="quarter" idx="12"/>
          </p:nvPr>
        </p:nvSpPr>
        <p:spPr>
          <a:ln/>
        </p:spPr>
        <p:txBody>
          <a:bodyPr/>
          <a:lstStyle/>
          <a:p>
            <a:pPr fontAlgn="base">
              <a:spcBef>
                <a:spcPct val="0"/>
              </a:spcBef>
              <a:spcAft>
                <a:spcPct val="0"/>
              </a:spcAft>
            </a:pPr>
            <a:fld id="{78A3D00F-37EB-400C-AD13-DD6D9BD6C0A5}" type="slidenum">
              <a:rPr kumimoji="1" lang="en-US" altLang="zh-CN">
                <a:solidFill>
                  <a:srgbClr val="000000"/>
                </a:solidFill>
                <a:ea typeface="宋体" panose="02010600030101010101" pitchFamily="2" charset="-122"/>
              </a:rPr>
              <a:pPr fontAlgn="base">
                <a:spcBef>
                  <a:spcPct val="0"/>
                </a:spcBef>
                <a:spcAft>
                  <a:spcPct val="0"/>
                </a:spcAft>
              </a:pPr>
              <a:t>32</a:t>
            </a:fld>
            <a:endParaRPr kumimoji="1" lang="en-US" altLang="zh-CN">
              <a:solidFill>
                <a:srgbClr val="000000"/>
              </a:solidFill>
              <a:ea typeface="宋体" panose="02010600030101010101" pitchFamily="2" charset="-122"/>
            </a:endParaRPr>
          </a:p>
        </p:txBody>
      </p:sp>
      <p:sp>
        <p:nvSpPr>
          <p:cNvPr id="39938" name="Rectangle 2">
            <a:extLst>
              <a:ext uri="{FF2B5EF4-FFF2-40B4-BE49-F238E27FC236}">
                <a16:creationId xmlns:a16="http://schemas.microsoft.com/office/drawing/2014/main" id="{325AEEAC-A27D-AA01-7953-5DD8D0DA69A9}"/>
              </a:ext>
            </a:extLst>
          </p:cNvPr>
          <p:cNvSpPr>
            <a:spLocks noGrp="1" noChangeArrowheads="1"/>
          </p:cNvSpPr>
          <p:nvPr>
            <p:ph type="title" idx="4294967295"/>
          </p:nvPr>
        </p:nvSpPr>
        <p:spPr>
          <a:xfrm>
            <a:off x="1919288" y="260350"/>
            <a:ext cx="7772400" cy="647700"/>
          </a:xfrm>
        </p:spPr>
        <p:txBody>
          <a:bodyPr/>
          <a:lstStyle/>
          <a:p>
            <a:pPr eaLnBrk="1" hangingPunct="1"/>
            <a:r>
              <a:rPr lang="zh-CN" altLang="en-US"/>
              <a:t>边界值分析</a:t>
            </a:r>
          </a:p>
        </p:txBody>
      </p:sp>
      <p:sp>
        <p:nvSpPr>
          <p:cNvPr id="39939" name="Rectangle 3">
            <a:extLst>
              <a:ext uri="{FF2B5EF4-FFF2-40B4-BE49-F238E27FC236}">
                <a16:creationId xmlns:a16="http://schemas.microsoft.com/office/drawing/2014/main" id="{86AAD588-22B0-0D0C-3086-015CD781083E}"/>
              </a:ext>
            </a:extLst>
          </p:cNvPr>
          <p:cNvSpPr>
            <a:spLocks noGrp="1" noChangeArrowheads="1"/>
          </p:cNvSpPr>
          <p:nvPr>
            <p:ph idx="4294967295"/>
          </p:nvPr>
        </p:nvSpPr>
        <p:spPr>
          <a:xfrm>
            <a:off x="1828800" y="1219200"/>
            <a:ext cx="8610600" cy="5181600"/>
          </a:xfrm>
        </p:spPr>
        <p:txBody>
          <a:bodyPr/>
          <a:lstStyle/>
          <a:p>
            <a:pPr eaLnBrk="1" hangingPunct="1">
              <a:lnSpc>
                <a:spcPct val="150000"/>
              </a:lnSpc>
              <a:spcBef>
                <a:spcPct val="50000"/>
              </a:spcBef>
            </a:pPr>
            <a:r>
              <a:rPr lang="zh-CN" altLang="en-US"/>
              <a:t>在做三角形计算时，要输入三角形的三个边长：</a:t>
            </a:r>
            <a:r>
              <a:rPr lang="en-US" altLang="zh-CN">
                <a:solidFill>
                  <a:srgbClr val="FF3300"/>
                </a:solidFill>
              </a:rPr>
              <a:t>A</a:t>
            </a:r>
            <a:r>
              <a:rPr lang="zh-CN" altLang="en-US">
                <a:solidFill>
                  <a:srgbClr val="FF3300"/>
                </a:solidFill>
              </a:rPr>
              <a:t>、</a:t>
            </a:r>
            <a:r>
              <a:rPr lang="en-US" altLang="zh-CN">
                <a:solidFill>
                  <a:srgbClr val="FF3300"/>
                </a:solidFill>
              </a:rPr>
              <a:t>B</a:t>
            </a:r>
            <a:r>
              <a:rPr lang="zh-CN" altLang="en-US"/>
              <a:t>和</a:t>
            </a:r>
            <a:r>
              <a:rPr lang="en-US" altLang="zh-CN">
                <a:solidFill>
                  <a:srgbClr val="FF3300"/>
                </a:solidFill>
              </a:rPr>
              <a:t>C</a:t>
            </a:r>
            <a:r>
              <a:rPr lang="zh-CN" altLang="en-US"/>
              <a:t>。 这三个数值应当满足：</a:t>
            </a:r>
          </a:p>
          <a:p>
            <a:pPr eaLnBrk="1" hangingPunct="1">
              <a:lnSpc>
                <a:spcPct val="150000"/>
              </a:lnSpc>
              <a:spcBef>
                <a:spcPct val="50000"/>
              </a:spcBef>
              <a:buFontTx/>
              <a:buNone/>
            </a:pPr>
            <a:r>
              <a:rPr lang="zh-CN" altLang="en-US"/>
              <a:t>    </a:t>
            </a:r>
            <a:r>
              <a:rPr lang="en-US" altLang="zh-CN">
                <a:solidFill>
                  <a:srgbClr val="FF3300"/>
                </a:solidFill>
              </a:rPr>
              <a:t>A</a:t>
            </a:r>
            <a:r>
              <a:rPr lang="zh-CN" altLang="en-US">
                <a:solidFill>
                  <a:srgbClr val="FF3300"/>
                </a:solidFill>
              </a:rPr>
              <a:t>＞</a:t>
            </a:r>
            <a:r>
              <a:rPr lang="en-US" altLang="zh-CN">
                <a:solidFill>
                  <a:srgbClr val="FF3300"/>
                </a:solidFill>
              </a:rPr>
              <a:t>0</a:t>
            </a:r>
            <a:r>
              <a:rPr lang="zh-CN" altLang="en-US">
                <a:solidFill>
                  <a:srgbClr val="FF3300"/>
                </a:solidFill>
              </a:rPr>
              <a:t>、</a:t>
            </a:r>
            <a:r>
              <a:rPr lang="en-US" altLang="zh-CN">
                <a:solidFill>
                  <a:srgbClr val="FF3300"/>
                </a:solidFill>
              </a:rPr>
              <a:t>B</a:t>
            </a:r>
            <a:r>
              <a:rPr lang="zh-CN" altLang="en-US">
                <a:solidFill>
                  <a:srgbClr val="FF3300"/>
                </a:solidFill>
              </a:rPr>
              <a:t>＞</a:t>
            </a:r>
            <a:r>
              <a:rPr lang="en-US" altLang="zh-CN">
                <a:solidFill>
                  <a:srgbClr val="FF3300"/>
                </a:solidFill>
              </a:rPr>
              <a:t>0</a:t>
            </a:r>
            <a:r>
              <a:rPr lang="zh-CN" altLang="en-US">
                <a:solidFill>
                  <a:srgbClr val="FF3300"/>
                </a:solidFill>
              </a:rPr>
              <a:t>、</a:t>
            </a:r>
            <a:r>
              <a:rPr lang="en-US" altLang="zh-CN">
                <a:solidFill>
                  <a:srgbClr val="FF3300"/>
                </a:solidFill>
              </a:rPr>
              <a:t>C</a:t>
            </a:r>
            <a:r>
              <a:rPr lang="zh-CN" altLang="en-US">
                <a:solidFill>
                  <a:srgbClr val="FF3300"/>
                </a:solidFill>
              </a:rPr>
              <a:t>＞</a:t>
            </a:r>
            <a:r>
              <a:rPr lang="en-US" altLang="zh-CN">
                <a:solidFill>
                  <a:srgbClr val="FF3300"/>
                </a:solidFill>
              </a:rPr>
              <a:t>0</a:t>
            </a:r>
            <a:r>
              <a:rPr lang="zh-CN" altLang="en-US">
                <a:solidFill>
                  <a:srgbClr val="FF3300"/>
                </a:solidFill>
              </a:rPr>
              <a:t>、</a:t>
            </a:r>
          </a:p>
          <a:p>
            <a:pPr eaLnBrk="1" hangingPunct="1">
              <a:lnSpc>
                <a:spcPct val="150000"/>
              </a:lnSpc>
              <a:spcBef>
                <a:spcPct val="50000"/>
              </a:spcBef>
              <a:buFontTx/>
              <a:buNone/>
            </a:pPr>
            <a:r>
              <a:rPr lang="zh-CN" altLang="en-US">
                <a:solidFill>
                  <a:srgbClr val="FF3300"/>
                </a:solidFill>
              </a:rPr>
              <a:t>    </a:t>
            </a:r>
            <a:r>
              <a:rPr lang="en-US" altLang="zh-CN">
                <a:solidFill>
                  <a:srgbClr val="FF3300"/>
                </a:solidFill>
              </a:rPr>
              <a:t>A</a:t>
            </a:r>
            <a:r>
              <a:rPr lang="zh-CN" altLang="en-US">
                <a:solidFill>
                  <a:srgbClr val="FF3300"/>
                </a:solidFill>
              </a:rPr>
              <a:t>＋</a:t>
            </a:r>
            <a:r>
              <a:rPr lang="en-US" altLang="zh-CN">
                <a:solidFill>
                  <a:srgbClr val="FF3300"/>
                </a:solidFill>
              </a:rPr>
              <a:t>B</a:t>
            </a:r>
            <a:r>
              <a:rPr lang="zh-CN" altLang="en-US">
                <a:solidFill>
                  <a:srgbClr val="FF3300"/>
                </a:solidFill>
              </a:rPr>
              <a:t>＞</a:t>
            </a:r>
            <a:r>
              <a:rPr lang="en-US" altLang="zh-CN">
                <a:solidFill>
                  <a:srgbClr val="FF3300"/>
                </a:solidFill>
              </a:rPr>
              <a:t>C</a:t>
            </a:r>
            <a:r>
              <a:rPr lang="zh-CN" altLang="en-US">
                <a:solidFill>
                  <a:srgbClr val="FF3300"/>
                </a:solidFill>
              </a:rPr>
              <a:t>、</a:t>
            </a:r>
            <a:r>
              <a:rPr lang="en-US" altLang="zh-CN">
                <a:solidFill>
                  <a:srgbClr val="FF3300"/>
                </a:solidFill>
              </a:rPr>
              <a:t>A</a:t>
            </a:r>
            <a:r>
              <a:rPr lang="zh-CN" altLang="en-US">
                <a:solidFill>
                  <a:srgbClr val="FF3300"/>
                </a:solidFill>
              </a:rPr>
              <a:t>＋</a:t>
            </a:r>
            <a:r>
              <a:rPr lang="en-US" altLang="zh-CN">
                <a:solidFill>
                  <a:srgbClr val="FF3300"/>
                </a:solidFill>
              </a:rPr>
              <a:t>C</a:t>
            </a:r>
            <a:r>
              <a:rPr lang="zh-CN" altLang="en-US">
                <a:solidFill>
                  <a:srgbClr val="FF3300"/>
                </a:solidFill>
              </a:rPr>
              <a:t>＞</a:t>
            </a:r>
            <a:r>
              <a:rPr lang="en-US" altLang="zh-CN">
                <a:solidFill>
                  <a:srgbClr val="FF3300"/>
                </a:solidFill>
              </a:rPr>
              <a:t>B</a:t>
            </a:r>
            <a:r>
              <a:rPr lang="zh-CN" altLang="en-US">
                <a:solidFill>
                  <a:srgbClr val="FF3300"/>
                </a:solidFill>
              </a:rPr>
              <a:t>、</a:t>
            </a:r>
            <a:r>
              <a:rPr lang="en-US" altLang="zh-CN">
                <a:solidFill>
                  <a:srgbClr val="FF3300"/>
                </a:solidFill>
              </a:rPr>
              <a:t>B</a:t>
            </a:r>
            <a:r>
              <a:rPr lang="zh-CN" altLang="en-US">
                <a:solidFill>
                  <a:srgbClr val="FF3300"/>
                </a:solidFill>
              </a:rPr>
              <a:t>＋</a:t>
            </a:r>
            <a:r>
              <a:rPr lang="en-US" altLang="zh-CN">
                <a:solidFill>
                  <a:srgbClr val="FF3300"/>
                </a:solidFill>
              </a:rPr>
              <a:t>C</a:t>
            </a:r>
            <a:r>
              <a:rPr lang="zh-CN" altLang="en-US">
                <a:solidFill>
                  <a:srgbClr val="FF3300"/>
                </a:solidFill>
              </a:rPr>
              <a:t>＞</a:t>
            </a:r>
            <a:r>
              <a:rPr lang="en-US" altLang="zh-CN">
                <a:solidFill>
                  <a:srgbClr val="FF3300"/>
                </a:solidFill>
              </a:rPr>
              <a:t>A</a:t>
            </a:r>
            <a:r>
              <a:rPr lang="zh-CN" altLang="en-US"/>
              <a:t>。如果把六个不等式中的任何一个大于号“＞”错写成 “≥”，那就不能构成三角形。</a:t>
            </a:r>
          </a:p>
          <a:p>
            <a:pPr eaLnBrk="1" hangingPunct="1">
              <a:lnSpc>
                <a:spcPct val="150000"/>
              </a:lnSpc>
              <a:spcBef>
                <a:spcPct val="50000"/>
              </a:spcBef>
            </a:pPr>
            <a:r>
              <a:rPr lang="zh-CN" altLang="en-US"/>
              <a:t>应当选取</a:t>
            </a:r>
            <a:r>
              <a:rPr lang="zh-CN" altLang="en-US">
                <a:solidFill>
                  <a:srgbClr val="FF3300"/>
                </a:solidFill>
              </a:rPr>
              <a:t>正好等于，刚刚大于，</a:t>
            </a:r>
            <a:r>
              <a:rPr lang="zh-CN" altLang="en-US"/>
              <a:t>或</a:t>
            </a:r>
            <a:r>
              <a:rPr lang="zh-CN" altLang="en-US">
                <a:solidFill>
                  <a:srgbClr val="FF3300"/>
                </a:solidFill>
              </a:rPr>
              <a:t>刚刚小于</a:t>
            </a:r>
            <a:r>
              <a:rPr lang="zh-CN" altLang="en-US"/>
              <a:t>边界的值做为测试数据。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9939">
                                            <p:txEl>
                                              <p:pRg st="3" end="3"/>
                                            </p:txEl>
                                          </p:spTgt>
                                        </p:tgtEl>
                                        <p:attrNameLst>
                                          <p:attrName>style.visibility</p:attrName>
                                        </p:attrNameLst>
                                      </p:cBhvr>
                                      <p:to>
                                        <p:strVal val="visible"/>
                                      </p:to>
                                    </p:set>
                                    <p:animEffect transition="in" filter="wipe(up)">
                                      <p:cBhvr>
                                        <p:cTn id="7" dur="1000"/>
                                        <p:tgtEl>
                                          <p:spTgt spid="399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12F471D8-28D5-C8A9-5588-52C40B6E4DD2}"/>
              </a:ext>
            </a:extLst>
          </p:cNvPr>
          <p:cNvSpPr>
            <a:spLocks noGrp="1" noChangeArrowheads="1"/>
          </p:cNvSpPr>
          <p:nvPr>
            <p:ph type="sldNum" sz="quarter" idx="12"/>
          </p:nvPr>
        </p:nvSpPr>
        <p:spPr>
          <a:ln/>
        </p:spPr>
        <p:txBody>
          <a:bodyPr/>
          <a:lstStyle/>
          <a:p>
            <a:pPr fontAlgn="base">
              <a:spcBef>
                <a:spcPct val="0"/>
              </a:spcBef>
              <a:spcAft>
                <a:spcPct val="0"/>
              </a:spcAft>
            </a:pPr>
            <a:fld id="{E1703D4E-54A4-4837-A3DC-168A1148B0DB}" type="slidenum">
              <a:rPr kumimoji="1" lang="en-US" altLang="zh-CN">
                <a:solidFill>
                  <a:srgbClr val="000000"/>
                </a:solidFill>
                <a:ea typeface="宋体" panose="02010600030101010101" pitchFamily="2" charset="-122"/>
              </a:rPr>
              <a:pPr fontAlgn="base">
                <a:spcBef>
                  <a:spcPct val="0"/>
                </a:spcBef>
                <a:spcAft>
                  <a:spcPct val="0"/>
                </a:spcAft>
              </a:pPr>
              <a:t>33</a:t>
            </a:fld>
            <a:endParaRPr kumimoji="1" lang="en-US" altLang="zh-CN">
              <a:solidFill>
                <a:srgbClr val="000000"/>
              </a:solidFill>
              <a:ea typeface="宋体" panose="02010600030101010101" pitchFamily="2" charset="-122"/>
            </a:endParaRPr>
          </a:p>
        </p:txBody>
      </p:sp>
      <p:sp>
        <p:nvSpPr>
          <p:cNvPr id="40962" name="Rectangle 2">
            <a:extLst>
              <a:ext uri="{FF2B5EF4-FFF2-40B4-BE49-F238E27FC236}">
                <a16:creationId xmlns:a16="http://schemas.microsoft.com/office/drawing/2014/main" id="{193B6CBC-0C5A-CA49-02B1-0D2D1FAD5004}"/>
              </a:ext>
            </a:extLst>
          </p:cNvPr>
          <p:cNvSpPr>
            <a:spLocks noGrp="1" noChangeArrowheads="1"/>
          </p:cNvSpPr>
          <p:nvPr>
            <p:ph type="title" idx="4294967295"/>
          </p:nvPr>
        </p:nvSpPr>
        <p:spPr>
          <a:xfrm>
            <a:off x="1919288" y="260351"/>
            <a:ext cx="7772400" cy="792163"/>
          </a:xfrm>
        </p:spPr>
        <p:txBody>
          <a:bodyPr/>
          <a:lstStyle/>
          <a:p>
            <a:pPr eaLnBrk="1" hangingPunct="1"/>
            <a:r>
              <a:rPr lang="zh-CN" altLang="en-US"/>
              <a:t>边界值分析</a:t>
            </a:r>
          </a:p>
        </p:txBody>
      </p:sp>
      <p:pic>
        <p:nvPicPr>
          <p:cNvPr id="198659" name="Picture 4" descr="f2">
            <a:extLst>
              <a:ext uri="{FF2B5EF4-FFF2-40B4-BE49-F238E27FC236}">
                <a16:creationId xmlns:a16="http://schemas.microsoft.com/office/drawing/2014/main" id="{087E84D0-2837-36EA-670B-960916503A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1" y="1524000"/>
            <a:ext cx="7832725" cy="164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Rectangle 5">
            <a:extLst>
              <a:ext uri="{FF2B5EF4-FFF2-40B4-BE49-F238E27FC236}">
                <a16:creationId xmlns:a16="http://schemas.microsoft.com/office/drawing/2014/main" id="{2780C9BD-0C23-E8AD-2119-320A5817B8D5}"/>
              </a:ext>
            </a:extLst>
          </p:cNvPr>
          <p:cNvSpPr>
            <a:spLocks noChangeArrowheads="1"/>
          </p:cNvSpPr>
          <p:nvPr/>
        </p:nvSpPr>
        <p:spPr bwMode="auto">
          <a:xfrm>
            <a:off x="2208214" y="3657601"/>
            <a:ext cx="7272337" cy="1393715"/>
          </a:xfrm>
          <a:prstGeom prst="rect">
            <a:avLst/>
          </a:prstGeom>
          <a:noFill/>
          <a:ln w="9525">
            <a:noFill/>
            <a:miter lim="800000"/>
            <a:headEnd/>
            <a:tailEnd/>
          </a:ln>
          <a:effectLst/>
        </p:spPr>
        <p:txBody>
          <a:bodyPr>
            <a:spAutoFit/>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2" eaLnBrk="1" fontAlgn="base" hangingPunct="1">
              <a:lnSpc>
                <a:spcPct val="150000"/>
              </a:lnSpc>
              <a:spcBef>
                <a:spcPct val="20000"/>
              </a:spcBef>
              <a:spcAft>
                <a:spcPct val="0"/>
              </a:spcAft>
            </a:pPr>
            <a:r>
              <a:rPr lang="zh-CN" altLang="en-US" sz="2800" b="1">
                <a:solidFill>
                  <a:srgbClr val="000000"/>
                </a:solidFill>
              </a:rPr>
              <a:t>比较合适的测试用例集为：</a:t>
            </a:r>
          </a:p>
          <a:p>
            <a:pPr lvl="2" eaLnBrk="1" fontAlgn="base" hangingPunct="1">
              <a:lnSpc>
                <a:spcPct val="150000"/>
              </a:lnSpc>
              <a:spcBef>
                <a:spcPct val="20000"/>
              </a:spcBef>
              <a:spcAft>
                <a:spcPct val="0"/>
              </a:spcAft>
            </a:pPr>
            <a:r>
              <a:rPr lang="zh-CN" altLang="en-US" sz="2800" b="1">
                <a:solidFill>
                  <a:srgbClr val="000000"/>
                </a:solidFill>
              </a:rPr>
              <a:t>    </a:t>
            </a:r>
            <a:r>
              <a:rPr lang="en-US" altLang="zh-CN" sz="2800" b="1">
                <a:solidFill>
                  <a:srgbClr val="000000"/>
                </a:solidFill>
              </a:rPr>
              <a:t>{-1, 0, 1, 4999, 5000, 5001}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40965"/>
                                        </p:tgtEl>
                                        <p:attrNameLst>
                                          <p:attrName>style.visibility</p:attrName>
                                        </p:attrNameLst>
                                      </p:cBhvr>
                                      <p:to>
                                        <p:strVal val="visible"/>
                                      </p:to>
                                    </p:set>
                                    <p:animEffect transition="in" filter="diamond(in)">
                                      <p:cBhvr>
                                        <p:cTn id="7" dur="1000"/>
                                        <p:tgtEl>
                                          <p:spTgt spid="409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012FA4E2-D23F-F1ED-2E74-DFF8D486A573}"/>
              </a:ext>
            </a:extLst>
          </p:cNvPr>
          <p:cNvSpPr>
            <a:spLocks noGrp="1" noChangeArrowheads="1"/>
          </p:cNvSpPr>
          <p:nvPr>
            <p:ph type="sldNum" sz="quarter" idx="12"/>
          </p:nvPr>
        </p:nvSpPr>
        <p:spPr>
          <a:ln/>
        </p:spPr>
        <p:txBody>
          <a:bodyPr/>
          <a:lstStyle/>
          <a:p>
            <a:pPr fontAlgn="base">
              <a:spcBef>
                <a:spcPct val="0"/>
              </a:spcBef>
              <a:spcAft>
                <a:spcPct val="0"/>
              </a:spcAft>
            </a:pPr>
            <a:fld id="{17142A6E-5B3E-4939-B81D-01BD59C1BAD6}" type="slidenum">
              <a:rPr kumimoji="1" lang="en-US" altLang="zh-CN">
                <a:solidFill>
                  <a:srgbClr val="000000"/>
                </a:solidFill>
                <a:ea typeface="宋体" panose="02010600030101010101" pitchFamily="2" charset="-122"/>
              </a:rPr>
              <a:pPr fontAlgn="base">
                <a:spcBef>
                  <a:spcPct val="0"/>
                </a:spcBef>
                <a:spcAft>
                  <a:spcPct val="0"/>
                </a:spcAft>
              </a:pPr>
              <a:t>34</a:t>
            </a:fld>
            <a:endParaRPr kumimoji="1" lang="en-US" altLang="zh-CN">
              <a:solidFill>
                <a:srgbClr val="000000"/>
              </a:solidFill>
              <a:ea typeface="宋体" panose="02010600030101010101" pitchFamily="2" charset="-122"/>
            </a:endParaRPr>
          </a:p>
        </p:txBody>
      </p:sp>
      <p:sp>
        <p:nvSpPr>
          <p:cNvPr id="43010" name="Rectangle 1026">
            <a:extLst>
              <a:ext uri="{FF2B5EF4-FFF2-40B4-BE49-F238E27FC236}">
                <a16:creationId xmlns:a16="http://schemas.microsoft.com/office/drawing/2014/main" id="{513B20E4-52DC-3655-DCB8-F1DF61F57A45}"/>
              </a:ext>
            </a:extLst>
          </p:cNvPr>
          <p:cNvSpPr>
            <a:spLocks noGrp="1" noChangeArrowheads="1"/>
          </p:cNvSpPr>
          <p:nvPr>
            <p:ph type="title" idx="4294967295"/>
          </p:nvPr>
        </p:nvSpPr>
        <p:spPr>
          <a:xfrm>
            <a:off x="1919288" y="260351"/>
            <a:ext cx="7772400" cy="720725"/>
          </a:xfrm>
        </p:spPr>
        <p:txBody>
          <a:bodyPr/>
          <a:lstStyle/>
          <a:p>
            <a:pPr eaLnBrk="1" hangingPunct="1"/>
            <a:r>
              <a:rPr lang="zh-CN" altLang="en-US"/>
              <a:t>什么时候停止测试？</a:t>
            </a:r>
          </a:p>
        </p:txBody>
      </p:sp>
      <p:sp>
        <p:nvSpPr>
          <p:cNvPr id="43011" name="Rectangle 1027">
            <a:extLst>
              <a:ext uri="{FF2B5EF4-FFF2-40B4-BE49-F238E27FC236}">
                <a16:creationId xmlns:a16="http://schemas.microsoft.com/office/drawing/2014/main" id="{6C691A85-3AA0-646D-DF38-429C66ADEAA8}"/>
              </a:ext>
            </a:extLst>
          </p:cNvPr>
          <p:cNvSpPr>
            <a:spLocks noGrp="1" noChangeArrowheads="1"/>
          </p:cNvSpPr>
          <p:nvPr>
            <p:ph idx="4294967295"/>
          </p:nvPr>
        </p:nvSpPr>
        <p:spPr>
          <a:xfrm>
            <a:off x="1847851" y="1484314"/>
            <a:ext cx="8424863" cy="4752975"/>
          </a:xfrm>
        </p:spPr>
        <p:txBody>
          <a:bodyPr/>
          <a:lstStyle/>
          <a:p>
            <a:pPr eaLnBrk="1" hangingPunct="1">
              <a:lnSpc>
                <a:spcPct val="150000"/>
              </a:lnSpc>
              <a:spcBef>
                <a:spcPct val="50000"/>
              </a:spcBef>
            </a:pPr>
            <a:r>
              <a:rPr lang="zh-CN" altLang="en-US"/>
              <a:t>发现错误越多，则存在潜在错误的可能性越大。</a:t>
            </a:r>
          </a:p>
          <a:p>
            <a:pPr eaLnBrk="1" hangingPunct="1">
              <a:lnSpc>
                <a:spcPct val="150000"/>
              </a:lnSpc>
              <a:spcBef>
                <a:spcPct val="50000"/>
              </a:spcBef>
            </a:pPr>
            <a:r>
              <a:rPr lang="zh-CN" altLang="en-US"/>
              <a:t>必须</a:t>
            </a:r>
            <a:r>
              <a:rPr lang="zh-CN" altLang="en-US">
                <a:solidFill>
                  <a:srgbClr val="FF0066"/>
                </a:solidFill>
              </a:rPr>
              <a:t>估计</a:t>
            </a:r>
            <a:r>
              <a:rPr lang="zh-CN" altLang="en-US">
                <a:solidFill>
                  <a:schemeClr val="accent2"/>
                </a:solidFill>
              </a:rPr>
              <a:t>剩余的错误数</a:t>
            </a:r>
            <a:r>
              <a:rPr lang="zh-CN" altLang="en-US"/>
              <a:t>，以决定是否该停止，也有助于评估代码的质量。主要有两种方法：</a:t>
            </a:r>
          </a:p>
          <a:p>
            <a:pPr marL="742950" lvl="1" indent="-285750" eaLnBrk="1" hangingPunct="1">
              <a:lnSpc>
                <a:spcPct val="150000"/>
              </a:lnSpc>
              <a:spcBef>
                <a:spcPct val="50000"/>
              </a:spcBef>
            </a:pPr>
            <a:r>
              <a:rPr lang="zh-CN" altLang="en-US" sz="2200">
                <a:solidFill>
                  <a:schemeClr val="accent2"/>
                </a:solidFill>
              </a:rPr>
              <a:t>错误播种法</a:t>
            </a:r>
            <a:r>
              <a:rPr lang="zh-CN" altLang="en-US" sz="2200"/>
              <a:t>：通过播种错误来估计错误数。</a:t>
            </a:r>
          </a:p>
          <a:p>
            <a:pPr marL="742950" lvl="1" indent="-285750" eaLnBrk="1" hangingPunct="1">
              <a:lnSpc>
                <a:spcPct val="150000"/>
              </a:lnSpc>
              <a:spcBef>
                <a:spcPct val="50000"/>
              </a:spcBef>
            </a:pPr>
            <a:r>
              <a:rPr lang="zh-CN" altLang="en-US" sz="2200">
                <a:solidFill>
                  <a:schemeClr val="accent2"/>
                </a:solidFill>
              </a:rPr>
              <a:t>分别测试法</a:t>
            </a:r>
            <a:r>
              <a:rPr lang="zh-CN" altLang="en-US" sz="2200"/>
              <a:t>：存在两个独立测试小组，综合两小组测试结果来估计剩余错误数。</a:t>
            </a:r>
            <a:endParaRPr lang="zh-TW" altLang="en-US" sz="22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A30457CC-0DB9-15CB-A0FC-AB38053EA1F9}"/>
              </a:ext>
            </a:extLst>
          </p:cNvPr>
          <p:cNvSpPr>
            <a:spLocks noGrp="1" noChangeArrowheads="1"/>
          </p:cNvSpPr>
          <p:nvPr>
            <p:ph type="sldNum" sz="quarter" idx="12"/>
          </p:nvPr>
        </p:nvSpPr>
        <p:spPr>
          <a:ln/>
        </p:spPr>
        <p:txBody>
          <a:bodyPr/>
          <a:lstStyle/>
          <a:p>
            <a:pPr fontAlgn="base">
              <a:spcBef>
                <a:spcPct val="0"/>
              </a:spcBef>
              <a:spcAft>
                <a:spcPct val="0"/>
              </a:spcAft>
            </a:pPr>
            <a:fld id="{DBDECEEF-DAC2-419F-9153-41EC78FC2DD0}" type="slidenum">
              <a:rPr kumimoji="1" lang="en-US" altLang="zh-CN">
                <a:solidFill>
                  <a:srgbClr val="000000"/>
                </a:solidFill>
                <a:ea typeface="宋体" panose="02010600030101010101" pitchFamily="2" charset="-122"/>
              </a:rPr>
              <a:pPr fontAlgn="base">
                <a:spcBef>
                  <a:spcPct val="0"/>
                </a:spcBef>
                <a:spcAft>
                  <a:spcPct val="0"/>
                </a:spcAft>
              </a:pPr>
              <a:t>35</a:t>
            </a:fld>
            <a:endParaRPr kumimoji="1" lang="en-US" altLang="zh-CN">
              <a:solidFill>
                <a:srgbClr val="000000"/>
              </a:solidFill>
              <a:ea typeface="宋体" panose="02010600030101010101" pitchFamily="2" charset="-122"/>
            </a:endParaRPr>
          </a:p>
        </p:txBody>
      </p:sp>
      <p:pic>
        <p:nvPicPr>
          <p:cNvPr id="200706" name="Picture 4" descr="f22">
            <a:extLst>
              <a:ext uri="{FF2B5EF4-FFF2-40B4-BE49-F238E27FC236}">
                <a16:creationId xmlns:a16="http://schemas.microsoft.com/office/drawing/2014/main" id="{42BD02E3-B0C6-762B-5532-730F9F8CAB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7939" y="3357564"/>
            <a:ext cx="5330825" cy="256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4" name="Rectangle 2">
            <a:extLst>
              <a:ext uri="{FF2B5EF4-FFF2-40B4-BE49-F238E27FC236}">
                <a16:creationId xmlns:a16="http://schemas.microsoft.com/office/drawing/2014/main" id="{36061A17-5F7B-555A-0CC9-27149193717D}"/>
              </a:ext>
            </a:extLst>
          </p:cNvPr>
          <p:cNvSpPr>
            <a:spLocks noGrp="1" noChangeArrowheads="1"/>
          </p:cNvSpPr>
          <p:nvPr>
            <p:ph type="title" idx="4294967295"/>
          </p:nvPr>
        </p:nvSpPr>
        <p:spPr>
          <a:xfrm>
            <a:off x="1919288" y="260351"/>
            <a:ext cx="7772400" cy="720725"/>
          </a:xfrm>
        </p:spPr>
        <p:txBody>
          <a:bodyPr/>
          <a:lstStyle/>
          <a:p>
            <a:pPr eaLnBrk="1" hangingPunct="1"/>
            <a:r>
              <a:rPr lang="zh-CN" altLang="en-US"/>
              <a:t>错误播种法</a:t>
            </a:r>
          </a:p>
        </p:txBody>
      </p:sp>
      <p:sp>
        <p:nvSpPr>
          <p:cNvPr id="44035" name="Rectangle 3">
            <a:extLst>
              <a:ext uri="{FF2B5EF4-FFF2-40B4-BE49-F238E27FC236}">
                <a16:creationId xmlns:a16="http://schemas.microsoft.com/office/drawing/2014/main" id="{20EACF63-1D2E-1AB2-A3B8-0BC10EE81F6C}"/>
              </a:ext>
            </a:extLst>
          </p:cNvPr>
          <p:cNvSpPr>
            <a:spLocks noGrp="1" noChangeArrowheads="1"/>
          </p:cNvSpPr>
          <p:nvPr>
            <p:ph idx="4294967295"/>
          </p:nvPr>
        </p:nvSpPr>
        <p:spPr>
          <a:xfrm>
            <a:off x="1919289" y="990600"/>
            <a:ext cx="8137525" cy="3276600"/>
          </a:xfrm>
        </p:spPr>
        <p:txBody>
          <a:bodyPr/>
          <a:lstStyle/>
          <a:p>
            <a:pPr eaLnBrk="1" hangingPunct="1">
              <a:lnSpc>
                <a:spcPct val="150000"/>
              </a:lnSpc>
            </a:pPr>
            <a:r>
              <a:rPr lang="zh-CN" altLang="en-US" sz="2200"/>
              <a:t>一个成员向程序中</a:t>
            </a:r>
            <a:r>
              <a:rPr lang="zh-CN" altLang="en-US" sz="2200">
                <a:solidFill>
                  <a:schemeClr val="accent2"/>
                </a:solidFill>
              </a:rPr>
              <a:t>加入</a:t>
            </a:r>
            <a:r>
              <a:rPr lang="zh-CN" altLang="en-US" sz="2200"/>
              <a:t>若干错误（</a:t>
            </a:r>
            <a:r>
              <a:rPr lang="zh-CN" altLang="en-US" sz="2200">
                <a:solidFill>
                  <a:schemeClr val="accent2"/>
                </a:solidFill>
              </a:rPr>
              <a:t>种子错误</a:t>
            </a:r>
            <a:r>
              <a:rPr lang="zh-CN" altLang="en-US" sz="2200"/>
              <a:t>）</a:t>
            </a:r>
            <a:r>
              <a:rPr lang="en-US" altLang="zh-TW" sz="2200"/>
              <a:t>.</a:t>
            </a:r>
          </a:p>
          <a:p>
            <a:pPr eaLnBrk="1" hangingPunct="1">
              <a:lnSpc>
                <a:spcPct val="150000"/>
              </a:lnSpc>
            </a:pPr>
            <a:r>
              <a:rPr lang="zh-CN" altLang="en-US" sz="2200"/>
              <a:t>其它成员找出错误（包括种子与非种子错误）</a:t>
            </a:r>
            <a:endParaRPr lang="en-US" altLang="zh-TW" sz="2200"/>
          </a:p>
          <a:p>
            <a:pPr eaLnBrk="1" hangingPunct="1">
              <a:lnSpc>
                <a:spcPct val="150000"/>
              </a:lnSpc>
            </a:pPr>
            <a:r>
              <a:rPr lang="zh-CN" altLang="en-US" sz="2200">
                <a:solidFill>
                  <a:srgbClr val="FF0066"/>
                </a:solidFill>
              </a:rPr>
              <a:t>假设：</a:t>
            </a:r>
            <a:r>
              <a:rPr lang="zh-CN" altLang="en-US" sz="2200"/>
              <a:t>种子错误与实际错误的复杂度与种类一致</a:t>
            </a:r>
            <a:endParaRPr lang="zh-TW" altLang="en-US" sz="2200"/>
          </a:p>
          <a:p>
            <a:pPr eaLnBrk="1" hangingPunct="1">
              <a:lnSpc>
                <a:spcPct val="150000"/>
              </a:lnSpc>
            </a:pPr>
            <a:r>
              <a:rPr lang="zh-CN" altLang="en-US" sz="2200"/>
              <a:t>这样，种子错误发现的比例应该与非种子错误发现的比例相同。</a:t>
            </a:r>
          </a:p>
          <a:p>
            <a:pPr eaLnBrk="1" hangingPunct="1">
              <a:lnSpc>
                <a:spcPct val="150000"/>
              </a:lnSpc>
            </a:pPr>
            <a:r>
              <a:rPr lang="zh-CN" altLang="en-US" sz="2200"/>
              <a:t>实际上，难以做到！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4035">
                                            <p:txEl>
                                              <p:pRg st="1" end="1"/>
                                            </p:txEl>
                                          </p:spTgt>
                                        </p:tgtEl>
                                        <p:attrNameLst>
                                          <p:attrName>style.visibility</p:attrName>
                                        </p:attrNameLst>
                                      </p:cBhvr>
                                      <p:to>
                                        <p:strVal val="visible"/>
                                      </p:to>
                                    </p:set>
                                    <p:anim calcmode="lin" valueType="num">
                                      <p:cBhvr additive="base">
                                        <p:cTn id="7" dur="1000" fill="hold"/>
                                        <p:tgtEl>
                                          <p:spTgt spid="44035">
                                            <p:txEl>
                                              <p:pRg st="1" end="1"/>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440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4035">
                                            <p:txEl>
                                              <p:pRg st="2" end="2"/>
                                            </p:txEl>
                                          </p:spTgt>
                                        </p:tgtEl>
                                        <p:attrNameLst>
                                          <p:attrName>style.visibility</p:attrName>
                                        </p:attrNameLst>
                                      </p:cBhvr>
                                      <p:to>
                                        <p:strVal val="visible"/>
                                      </p:to>
                                    </p:set>
                                    <p:anim calcmode="lin" valueType="num">
                                      <p:cBhvr additive="base">
                                        <p:cTn id="13" dur="1000" fill="hold"/>
                                        <p:tgtEl>
                                          <p:spTgt spid="44035">
                                            <p:txEl>
                                              <p:pRg st="2" end="2"/>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440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4035">
                                            <p:txEl>
                                              <p:pRg st="3" end="3"/>
                                            </p:txEl>
                                          </p:spTgt>
                                        </p:tgtEl>
                                        <p:attrNameLst>
                                          <p:attrName>style.visibility</p:attrName>
                                        </p:attrNameLst>
                                      </p:cBhvr>
                                      <p:to>
                                        <p:strVal val="visible"/>
                                      </p:to>
                                    </p:set>
                                    <p:anim calcmode="lin" valueType="num">
                                      <p:cBhvr additive="base">
                                        <p:cTn id="19" dur="1000" fill="hold"/>
                                        <p:tgtEl>
                                          <p:spTgt spid="44035">
                                            <p:txEl>
                                              <p:pRg st="3" end="3"/>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440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4035">
                                            <p:txEl>
                                              <p:pRg st="4" end="4"/>
                                            </p:txEl>
                                          </p:spTgt>
                                        </p:tgtEl>
                                        <p:attrNameLst>
                                          <p:attrName>style.visibility</p:attrName>
                                        </p:attrNameLst>
                                      </p:cBhvr>
                                      <p:to>
                                        <p:strVal val="visible"/>
                                      </p:to>
                                    </p:set>
                                    <p:anim calcmode="lin" valueType="num">
                                      <p:cBhvr additive="base">
                                        <p:cTn id="25" dur="1000" fill="hold"/>
                                        <p:tgtEl>
                                          <p:spTgt spid="44035">
                                            <p:txEl>
                                              <p:pRg st="4" end="4"/>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440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 presetClass="entr" presetSubtype="16" fill="hold" nodeType="clickEffect">
                                  <p:stCondLst>
                                    <p:cond delay="0"/>
                                  </p:stCondLst>
                                  <p:childTnLst>
                                    <p:set>
                                      <p:cBhvr>
                                        <p:cTn id="30" dur="1" fill="hold">
                                          <p:stCondLst>
                                            <p:cond delay="0"/>
                                          </p:stCondLst>
                                        </p:cTn>
                                        <p:tgtEl>
                                          <p:spTgt spid="200706"/>
                                        </p:tgtEl>
                                        <p:attrNameLst>
                                          <p:attrName>style.visibility</p:attrName>
                                        </p:attrNameLst>
                                      </p:cBhvr>
                                      <p:to>
                                        <p:strVal val="visible"/>
                                      </p:to>
                                    </p:set>
                                    <p:animEffect transition="in" filter="box(in)">
                                      <p:cBhvr>
                                        <p:cTn id="31" dur="1000"/>
                                        <p:tgtEl>
                                          <p:spTgt spid="2007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B4B98EA4-DAE2-FB93-3A1E-C19760781913}"/>
              </a:ext>
            </a:extLst>
          </p:cNvPr>
          <p:cNvSpPr>
            <a:spLocks noGrp="1" noChangeArrowheads="1"/>
          </p:cNvSpPr>
          <p:nvPr>
            <p:ph type="sldNum" sz="quarter" idx="12"/>
          </p:nvPr>
        </p:nvSpPr>
        <p:spPr>
          <a:ln/>
        </p:spPr>
        <p:txBody>
          <a:bodyPr/>
          <a:lstStyle/>
          <a:p>
            <a:pPr fontAlgn="base">
              <a:spcBef>
                <a:spcPct val="0"/>
              </a:spcBef>
              <a:spcAft>
                <a:spcPct val="0"/>
              </a:spcAft>
            </a:pPr>
            <a:fld id="{4A775424-1404-4572-BF45-045E124298AA}" type="slidenum">
              <a:rPr kumimoji="1" lang="en-US" altLang="zh-CN">
                <a:solidFill>
                  <a:srgbClr val="000000"/>
                </a:solidFill>
                <a:ea typeface="宋体" panose="02010600030101010101" pitchFamily="2" charset="-122"/>
              </a:rPr>
              <a:pPr fontAlgn="base">
                <a:spcBef>
                  <a:spcPct val="0"/>
                </a:spcBef>
                <a:spcAft>
                  <a:spcPct val="0"/>
                </a:spcAft>
              </a:pPr>
              <a:t>36</a:t>
            </a:fld>
            <a:endParaRPr kumimoji="1" lang="en-US" altLang="zh-CN">
              <a:solidFill>
                <a:srgbClr val="000000"/>
              </a:solidFill>
              <a:ea typeface="宋体" panose="02010600030101010101" pitchFamily="2" charset="-122"/>
            </a:endParaRPr>
          </a:p>
        </p:txBody>
      </p:sp>
      <p:sp>
        <p:nvSpPr>
          <p:cNvPr id="45058" name="Rectangle 2">
            <a:extLst>
              <a:ext uri="{FF2B5EF4-FFF2-40B4-BE49-F238E27FC236}">
                <a16:creationId xmlns:a16="http://schemas.microsoft.com/office/drawing/2014/main" id="{E7BA0997-E6C5-852D-0C7B-F8F1EAABB343}"/>
              </a:ext>
            </a:extLst>
          </p:cNvPr>
          <p:cNvSpPr>
            <a:spLocks noGrp="1" noChangeArrowheads="1"/>
          </p:cNvSpPr>
          <p:nvPr>
            <p:ph type="title" idx="4294967295"/>
          </p:nvPr>
        </p:nvSpPr>
        <p:spPr>
          <a:xfrm>
            <a:off x="1919288" y="260351"/>
            <a:ext cx="7772400" cy="720725"/>
          </a:xfrm>
        </p:spPr>
        <p:txBody>
          <a:bodyPr/>
          <a:lstStyle/>
          <a:p>
            <a:pPr eaLnBrk="1" hangingPunct="1"/>
            <a:r>
              <a:rPr lang="zh-CN" altLang="en-US"/>
              <a:t>错误播种法</a:t>
            </a:r>
          </a:p>
        </p:txBody>
      </p:sp>
      <p:sp>
        <p:nvSpPr>
          <p:cNvPr id="45059" name="Rectangle 3">
            <a:extLst>
              <a:ext uri="{FF2B5EF4-FFF2-40B4-BE49-F238E27FC236}">
                <a16:creationId xmlns:a16="http://schemas.microsoft.com/office/drawing/2014/main" id="{B146D384-143E-BCC5-1521-B9DAEB3D40D5}"/>
              </a:ext>
            </a:extLst>
          </p:cNvPr>
          <p:cNvSpPr>
            <a:spLocks noGrp="1" noChangeArrowheads="1"/>
          </p:cNvSpPr>
          <p:nvPr>
            <p:ph idx="4294967295"/>
          </p:nvPr>
        </p:nvSpPr>
        <p:spPr>
          <a:xfrm>
            <a:off x="1752600" y="1268413"/>
            <a:ext cx="8610600" cy="4876800"/>
          </a:xfrm>
        </p:spPr>
        <p:txBody>
          <a:bodyPr/>
          <a:lstStyle/>
          <a:p>
            <a:pPr eaLnBrk="1" hangingPunct="1"/>
            <a:r>
              <a:rPr lang="zh-CN" altLang="en-US"/>
              <a:t>比例可以表示为：</a:t>
            </a:r>
            <a:endParaRPr lang="zh-TW" altLang="en-US"/>
          </a:p>
          <a:p>
            <a:pPr lvl="1" eaLnBrk="1" hangingPunct="1"/>
            <a:endParaRPr lang="en-US" altLang="zh-TW"/>
          </a:p>
          <a:p>
            <a:pPr lvl="1" eaLnBrk="1" hangingPunct="1"/>
            <a:endParaRPr lang="en-US" altLang="zh-TW"/>
          </a:p>
          <a:p>
            <a:pPr lvl="1" eaLnBrk="1" hangingPunct="1"/>
            <a:endParaRPr lang="en-US" altLang="zh-TW"/>
          </a:p>
          <a:p>
            <a:pPr lvl="1" eaLnBrk="1" hangingPunct="1"/>
            <a:endParaRPr lang="en-US" altLang="zh-TW"/>
          </a:p>
          <a:p>
            <a:pPr eaLnBrk="1" hangingPunct="1"/>
            <a:endParaRPr lang="zh-CN" altLang="en-US"/>
          </a:p>
          <a:p>
            <a:pPr eaLnBrk="1" hangingPunct="1">
              <a:lnSpc>
                <a:spcPct val="150000"/>
              </a:lnSpc>
              <a:spcBef>
                <a:spcPct val="45000"/>
              </a:spcBef>
            </a:pPr>
            <a:r>
              <a:rPr lang="zh-CN" altLang="en-US"/>
              <a:t>例：</a:t>
            </a:r>
            <a:endParaRPr lang="zh-TW" altLang="en-US"/>
          </a:p>
          <a:p>
            <a:pPr lvl="1" eaLnBrk="1" hangingPunct="1">
              <a:lnSpc>
                <a:spcPct val="150000"/>
              </a:lnSpc>
              <a:spcBef>
                <a:spcPct val="45000"/>
              </a:spcBef>
            </a:pPr>
            <a:r>
              <a:rPr lang="zh-CN" altLang="en-US"/>
              <a:t>一个程序被播种了</a:t>
            </a:r>
            <a:r>
              <a:rPr lang="en-US" altLang="zh-CN"/>
              <a:t>100</a:t>
            </a:r>
            <a:r>
              <a:rPr lang="zh-CN" altLang="en-US"/>
              <a:t>个错误，测试团队发现了</a:t>
            </a:r>
            <a:r>
              <a:rPr lang="en-US" altLang="zh-CN"/>
              <a:t>70</a:t>
            </a:r>
            <a:r>
              <a:rPr lang="zh-CN" altLang="en-US"/>
              <a:t>个，则测试团队也将发现</a:t>
            </a:r>
            <a:r>
              <a:rPr lang="en-US" altLang="zh-CN"/>
              <a:t>70%</a:t>
            </a:r>
            <a:r>
              <a:rPr lang="zh-CN" altLang="en-US"/>
              <a:t>的实际错误（遗留</a:t>
            </a:r>
            <a:r>
              <a:rPr lang="en-US" altLang="zh-CN"/>
              <a:t>30%</a:t>
            </a:r>
            <a:r>
              <a:rPr lang="zh-CN" altLang="en-US"/>
              <a:t>）</a:t>
            </a:r>
          </a:p>
        </p:txBody>
      </p:sp>
      <p:graphicFrame>
        <p:nvGraphicFramePr>
          <p:cNvPr id="104448" name="Object 1024">
            <a:extLst>
              <a:ext uri="{FF2B5EF4-FFF2-40B4-BE49-F238E27FC236}">
                <a16:creationId xmlns:a16="http://schemas.microsoft.com/office/drawing/2014/main" id="{41F69C54-9CE4-3E94-CA90-DF28690A91DE}"/>
              </a:ext>
            </a:extLst>
          </p:cNvPr>
          <p:cNvGraphicFramePr>
            <a:graphicFrameLocks noChangeAspect="1"/>
          </p:cNvGraphicFramePr>
          <p:nvPr/>
        </p:nvGraphicFramePr>
        <p:xfrm>
          <a:off x="2351088" y="2133601"/>
          <a:ext cx="7219950" cy="822325"/>
        </p:xfrm>
        <a:graphic>
          <a:graphicData uri="http://schemas.openxmlformats.org/presentationml/2006/ole">
            <mc:AlternateContent xmlns:mc="http://schemas.openxmlformats.org/markup-compatibility/2006">
              <mc:Choice xmlns:v="urn:schemas-microsoft-com:vml" Requires="v">
                <p:oleObj name="Equation" r:id="rId2" imgW="3619440" imgH="419040" progId="Equation.3">
                  <p:embed/>
                </p:oleObj>
              </mc:Choice>
              <mc:Fallback>
                <p:oleObj name="Equation" r:id="rId2" imgW="3619440" imgH="419040" progId="Equation.3">
                  <p:embed/>
                  <p:pic>
                    <p:nvPicPr>
                      <p:cNvPr id="104448" name="Object 1024">
                        <a:extLst>
                          <a:ext uri="{FF2B5EF4-FFF2-40B4-BE49-F238E27FC236}">
                            <a16:creationId xmlns:a16="http://schemas.microsoft.com/office/drawing/2014/main" id="{41F69C54-9CE4-3E94-CA90-DF28690A91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1088" y="2133601"/>
                        <a:ext cx="7219950" cy="822325"/>
                      </a:xfrm>
                      <a:prstGeom prst="rect">
                        <a:avLst/>
                      </a:prstGeom>
                      <a:noFill/>
                      <a:ln>
                        <a:noFill/>
                      </a:ln>
                      <a:effectLst/>
                      <a:extLst>
                        <a:ext uri="{909E8E84-426E-40DD-AFC4-6F175D3DCCD1}">
                          <a14:hiddenFill xmlns:a14="http://schemas.microsoft.com/office/drawing/2010/main">
                            <a:solidFill>
                              <a:srgbClr val="6666CC">
                                <a:alpha val="8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49" name="Object 1025">
            <a:extLst>
              <a:ext uri="{FF2B5EF4-FFF2-40B4-BE49-F238E27FC236}">
                <a16:creationId xmlns:a16="http://schemas.microsoft.com/office/drawing/2014/main" id="{48B4E59A-83CA-9523-8641-621FE96BF70B}"/>
              </a:ext>
            </a:extLst>
          </p:cNvPr>
          <p:cNvGraphicFramePr>
            <a:graphicFrameLocks noChangeAspect="1"/>
          </p:cNvGraphicFramePr>
          <p:nvPr/>
        </p:nvGraphicFramePr>
        <p:xfrm>
          <a:off x="4724400" y="3200400"/>
          <a:ext cx="1524000" cy="896938"/>
        </p:xfrm>
        <a:graphic>
          <a:graphicData uri="http://schemas.openxmlformats.org/presentationml/2006/ole">
            <mc:AlternateContent xmlns:mc="http://schemas.openxmlformats.org/markup-compatibility/2006">
              <mc:Choice xmlns:v="urn:schemas-microsoft-com:vml" Requires="v">
                <p:oleObj name="Equation" r:id="rId4" imgW="558720" imgH="355320" progId="Equation.3">
                  <p:embed/>
                </p:oleObj>
              </mc:Choice>
              <mc:Fallback>
                <p:oleObj name="Equation" r:id="rId4" imgW="558720" imgH="355320" progId="Equation.3">
                  <p:embed/>
                  <p:pic>
                    <p:nvPicPr>
                      <p:cNvPr id="104449" name="Object 1025">
                        <a:extLst>
                          <a:ext uri="{FF2B5EF4-FFF2-40B4-BE49-F238E27FC236}">
                            <a16:creationId xmlns:a16="http://schemas.microsoft.com/office/drawing/2014/main" id="{48B4E59A-83CA-9523-8641-621FE96BF7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4400" y="3200400"/>
                        <a:ext cx="1524000" cy="896938"/>
                      </a:xfrm>
                      <a:prstGeom prst="rect">
                        <a:avLst/>
                      </a:prstGeom>
                      <a:noFill/>
                      <a:ln>
                        <a:noFill/>
                      </a:ln>
                      <a:effectLst/>
                      <a:extLst>
                        <a:ext uri="{909E8E84-426E-40DD-AFC4-6F175D3DCCD1}">
                          <a14:hiddenFill xmlns:a14="http://schemas.microsoft.com/office/drawing/2010/main">
                            <a:solidFill>
                              <a:srgbClr val="6666CC">
                                <a:alpha val="8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5059">
                                            <p:txEl>
                                              <p:pRg st="6" end="6"/>
                                            </p:txEl>
                                          </p:spTgt>
                                        </p:tgtEl>
                                        <p:attrNameLst>
                                          <p:attrName>style.visibility</p:attrName>
                                        </p:attrNameLst>
                                      </p:cBhvr>
                                      <p:to>
                                        <p:strVal val="visible"/>
                                      </p:to>
                                    </p:set>
                                    <p:animEffect transition="in" filter="box(in)">
                                      <p:cBhvr>
                                        <p:cTn id="7" dur="1000"/>
                                        <p:tgtEl>
                                          <p:spTgt spid="45059">
                                            <p:txEl>
                                              <p:pRg st="6" end="6"/>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5059">
                                            <p:txEl>
                                              <p:pRg st="7" end="7"/>
                                            </p:txEl>
                                          </p:spTgt>
                                        </p:tgtEl>
                                        <p:attrNameLst>
                                          <p:attrName>style.visibility</p:attrName>
                                        </p:attrNameLst>
                                      </p:cBhvr>
                                      <p:to>
                                        <p:strVal val="visible"/>
                                      </p:to>
                                    </p:set>
                                    <p:animEffect transition="in" filter="box(in)">
                                      <p:cBhvr>
                                        <p:cTn id="10" dur="1000"/>
                                        <p:tgtEl>
                                          <p:spTgt spid="4505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58071D9D-FB07-A328-C803-8A4B37B19F56}"/>
              </a:ext>
            </a:extLst>
          </p:cNvPr>
          <p:cNvSpPr>
            <a:spLocks noGrp="1" noChangeArrowheads="1"/>
          </p:cNvSpPr>
          <p:nvPr>
            <p:ph type="sldNum" sz="quarter" idx="12"/>
          </p:nvPr>
        </p:nvSpPr>
        <p:spPr>
          <a:ln/>
        </p:spPr>
        <p:txBody>
          <a:bodyPr/>
          <a:lstStyle/>
          <a:p>
            <a:pPr fontAlgn="base">
              <a:spcBef>
                <a:spcPct val="0"/>
              </a:spcBef>
              <a:spcAft>
                <a:spcPct val="0"/>
              </a:spcAft>
            </a:pPr>
            <a:fld id="{CBC83917-18D9-4E90-9A5A-87D4064B0009}" type="slidenum">
              <a:rPr kumimoji="1" lang="en-US" altLang="zh-CN">
                <a:solidFill>
                  <a:srgbClr val="000000"/>
                </a:solidFill>
                <a:ea typeface="宋体" panose="02010600030101010101" pitchFamily="2" charset="-122"/>
              </a:rPr>
              <a:pPr fontAlgn="base">
                <a:spcBef>
                  <a:spcPct val="0"/>
                </a:spcBef>
                <a:spcAft>
                  <a:spcPct val="0"/>
                </a:spcAft>
              </a:pPr>
              <a:t>37</a:t>
            </a:fld>
            <a:endParaRPr kumimoji="1" lang="en-US" altLang="zh-CN">
              <a:solidFill>
                <a:srgbClr val="000000"/>
              </a:solidFill>
              <a:ea typeface="宋体" panose="02010600030101010101" pitchFamily="2" charset="-122"/>
            </a:endParaRPr>
          </a:p>
        </p:txBody>
      </p:sp>
      <p:sp>
        <p:nvSpPr>
          <p:cNvPr id="46082" name="Rectangle 2">
            <a:extLst>
              <a:ext uri="{FF2B5EF4-FFF2-40B4-BE49-F238E27FC236}">
                <a16:creationId xmlns:a16="http://schemas.microsoft.com/office/drawing/2014/main" id="{43DCCAE5-A280-1C6C-2C52-16992B871769}"/>
              </a:ext>
            </a:extLst>
          </p:cNvPr>
          <p:cNvSpPr>
            <a:spLocks noGrp="1" noChangeArrowheads="1"/>
          </p:cNvSpPr>
          <p:nvPr>
            <p:ph type="title" idx="4294967295"/>
          </p:nvPr>
        </p:nvSpPr>
        <p:spPr>
          <a:xfrm>
            <a:off x="1919288" y="260351"/>
            <a:ext cx="7772400" cy="792163"/>
          </a:xfrm>
        </p:spPr>
        <p:txBody>
          <a:bodyPr/>
          <a:lstStyle/>
          <a:p>
            <a:pPr eaLnBrk="1" hangingPunct="1"/>
            <a:r>
              <a:rPr lang="zh-CN" altLang="en-US"/>
              <a:t>分别测试法</a:t>
            </a:r>
          </a:p>
        </p:txBody>
      </p:sp>
      <p:sp>
        <p:nvSpPr>
          <p:cNvPr id="46083" name="Rectangle 3">
            <a:extLst>
              <a:ext uri="{FF2B5EF4-FFF2-40B4-BE49-F238E27FC236}">
                <a16:creationId xmlns:a16="http://schemas.microsoft.com/office/drawing/2014/main" id="{9A1321A4-BF7E-2B1E-CB79-702C65C1024A}"/>
              </a:ext>
            </a:extLst>
          </p:cNvPr>
          <p:cNvSpPr>
            <a:spLocks noGrp="1" noChangeArrowheads="1"/>
          </p:cNvSpPr>
          <p:nvPr>
            <p:ph idx="4294967295"/>
          </p:nvPr>
        </p:nvSpPr>
        <p:spPr>
          <a:xfrm>
            <a:off x="1919288" y="1125538"/>
            <a:ext cx="8424862" cy="5257800"/>
          </a:xfrm>
        </p:spPr>
        <p:txBody>
          <a:bodyPr/>
          <a:lstStyle/>
          <a:p>
            <a:pPr eaLnBrk="1" hangingPunct="1">
              <a:lnSpc>
                <a:spcPct val="130000"/>
              </a:lnSpc>
            </a:pPr>
            <a:r>
              <a:rPr lang="zh-CN" altLang="en-US"/>
              <a:t>设</a:t>
            </a:r>
            <a:r>
              <a:rPr lang="en-US" altLang="zh-CN"/>
              <a:t>1</a:t>
            </a:r>
            <a:r>
              <a:rPr lang="zh-CN" altLang="en-US"/>
              <a:t>组发现了</a:t>
            </a:r>
            <a:r>
              <a:rPr lang="zh-TW" altLang="en-US"/>
              <a:t> </a:t>
            </a:r>
            <a:r>
              <a:rPr lang="en-US" altLang="zh-TW" i="1"/>
              <a:t>x</a:t>
            </a:r>
            <a:r>
              <a:rPr lang="zh-CN" altLang="en-US"/>
              <a:t>个错误</a:t>
            </a:r>
            <a:r>
              <a:rPr lang="zh-TW" altLang="en-US"/>
              <a:t>，2</a:t>
            </a:r>
            <a:r>
              <a:rPr lang="zh-CN" altLang="en-US"/>
              <a:t>组发现了</a:t>
            </a:r>
            <a:r>
              <a:rPr lang="zh-TW" altLang="en-US"/>
              <a:t> </a:t>
            </a:r>
            <a:r>
              <a:rPr lang="en-US" altLang="zh-TW" i="1"/>
              <a:t>y</a:t>
            </a:r>
            <a:r>
              <a:rPr lang="en-US" altLang="zh-TW"/>
              <a:t> </a:t>
            </a:r>
            <a:r>
              <a:rPr lang="zh-CN" altLang="en-US"/>
              <a:t>个错误，其中</a:t>
            </a:r>
            <a:r>
              <a:rPr lang="en-US" altLang="zh-TW"/>
              <a:t> </a:t>
            </a:r>
            <a:r>
              <a:rPr lang="en-US" altLang="zh-TW" i="1"/>
              <a:t>q</a:t>
            </a:r>
            <a:r>
              <a:rPr lang="en-US" altLang="zh-TW"/>
              <a:t> </a:t>
            </a:r>
            <a:r>
              <a:rPr lang="zh-CN" altLang="en-US"/>
              <a:t>个错误由两组共同发现。</a:t>
            </a:r>
            <a:endParaRPr lang="zh-TW" altLang="en-US"/>
          </a:p>
          <a:p>
            <a:pPr eaLnBrk="1" hangingPunct="1">
              <a:lnSpc>
                <a:spcPct val="130000"/>
              </a:lnSpc>
            </a:pPr>
            <a:r>
              <a:rPr lang="zh-CN" altLang="en-US"/>
              <a:t>则每一组的</a:t>
            </a:r>
            <a:r>
              <a:rPr lang="zh-CN" altLang="en-US">
                <a:solidFill>
                  <a:srgbClr val="000066"/>
                </a:solidFill>
              </a:rPr>
              <a:t>有效性</a:t>
            </a:r>
            <a:r>
              <a:rPr lang="zh-CN" altLang="en-US"/>
              <a:t>可以计算如下：</a:t>
            </a:r>
            <a:endParaRPr lang="en-US" altLang="zh-TW"/>
          </a:p>
          <a:p>
            <a:pPr lvl="1" eaLnBrk="1" hangingPunct="1">
              <a:lnSpc>
                <a:spcPct val="130000"/>
              </a:lnSpc>
            </a:pPr>
            <a:endParaRPr lang="en-US" altLang="zh-TW" sz="1500" i="1">
              <a:solidFill>
                <a:schemeClr val="hlink"/>
              </a:solidFill>
            </a:endParaRPr>
          </a:p>
          <a:p>
            <a:pPr lvl="1" eaLnBrk="1" hangingPunct="1">
              <a:lnSpc>
                <a:spcPct val="130000"/>
              </a:lnSpc>
            </a:pPr>
            <a:endParaRPr lang="en-US" altLang="zh-TW" sz="1000" i="1">
              <a:solidFill>
                <a:schemeClr val="hlink"/>
              </a:solidFill>
            </a:endParaRPr>
          </a:p>
          <a:p>
            <a:pPr lvl="1" eaLnBrk="1" hangingPunct="1">
              <a:lnSpc>
                <a:spcPct val="130000"/>
              </a:lnSpc>
            </a:pPr>
            <a:r>
              <a:rPr lang="en-US" altLang="zh-TW" sz="2200" i="1"/>
              <a:t>N</a:t>
            </a:r>
            <a:r>
              <a:rPr lang="en-US" altLang="zh-TW" sz="2200"/>
              <a:t> </a:t>
            </a:r>
            <a:r>
              <a:rPr lang="zh-CN" altLang="en-US" sz="2200"/>
              <a:t>是程序的总错误数。</a:t>
            </a:r>
            <a:endParaRPr lang="zh-TW" altLang="en-US" sz="2200"/>
          </a:p>
          <a:p>
            <a:pPr lvl="1" eaLnBrk="1" hangingPunct="1">
              <a:lnSpc>
                <a:spcPct val="130000"/>
              </a:lnSpc>
            </a:pPr>
            <a:r>
              <a:rPr lang="zh-CN" altLang="en-US" sz="2200"/>
              <a:t>需要估计</a:t>
            </a:r>
            <a:r>
              <a:rPr lang="zh-TW" altLang="en-US" sz="2200"/>
              <a:t> </a:t>
            </a:r>
            <a:r>
              <a:rPr lang="en-US" altLang="zh-TW" sz="2200" i="1"/>
              <a:t>N</a:t>
            </a:r>
            <a:r>
              <a:rPr lang="zh-CN" altLang="en-US" sz="2200"/>
              <a:t>。</a:t>
            </a:r>
            <a:endParaRPr lang="zh-TW" altLang="en-US" sz="2200"/>
          </a:p>
          <a:p>
            <a:pPr eaLnBrk="1" hangingPunct="1">
              <a:lnSpc>
                <a:spcPct val="130000"/>
              </a:lnSpc>
            </a:pPr>
            <a:r>
              <a:rPr lang="zh-CN" altLang="en-US"/>
              <a:t>假设：</a:t>
            </a:r>
            <a:r>
              <a:rPr lang="zh-TW" altLang="en-US"/>
              <a:t> </a:t>
            </a:r>
            <a:r>
              <a:rPr lang="zh-CN" altLang="en-US"/>
              <a:t>组</a:t>
            </a:r>
            <a:r>
              <a:rPr lang="en-US" altLang="zh-CN"/>
              <a:t>1</a:t>
            </a:r>
            <a:r>
              <a:rPr lang="zh-CN" altLang="en-US"/>
              <a:t>发现所有错误的效率不变</a:t>
            </a:r>
            <a:endParaRPr lang="en-US" altLang="zh-TW"/>
          </a:p>
          <a:p>
            <a:pPr eaLnBrk="1" hangingPunct="1"/>
            <a:endParaRPr lang="en-US" altLang="zh-CN"/>
          </a:p>
        </p:txBody>
      </p:sp>
      <p:graphicFrame>
        <p:nvGraphicFramePr>
          <p:cNvPr id="202756" name="Object 0">
            <a:extLst>
              <a:ext uri="{FF2B5EF4-FFF2-40B4-BE49-F238E27FC236}">
                <a16:creationId xmlns:a16="http://schemas.microsoft.com/office/drawing/2014/main" id="{36AFC8CE-867C-739F-6325-F5A9A89CD836}"/>
              </a:ext>
            </a:extLst>
          </p:cNvPr>
          <p:cNvGraphicFramePr>
            <a:graphicFrameLocks noChangeAspect="1"/>
          </p:cNvGraphicFramePr>
          <p:nvPr/>
        </p:nvGraphicFramePr>
        <p:xfrm>
          <a:off x="3359150" y="2843214"/>
          <a:ext cx="1752600" cy="473075"/>
        </p:xfrm>
        <a:graphic>
          <a:graphicData uri="http://schemas.openxmlformats.org/presentationml/2006/ole">
            <mc:AlternateContent xmlns:mc="http://schemas.openxmlformats.org/markup-compatibility/2006">
              <mc:Choice xmlns:v="urn:schemas-microsoft-com:vml" Requires="v">
                <p:oleObj name="Equation" r:id="rId2" imgW="634680" imgH="215640" progId="Equation.3">
                  <p:embed/>
                </p:oleObj>
              </mc:Choice>
              <mc:Fallback>
                <p:oleObj name="Equation" r:id="rId2" imgW="634680" imgH="215640" progId="Equation.3">
                  <p:embed/>
                  <p:pic>
                    <p:nvPicPr>
                      <p:cNvPr id="202756" name="Object 0">
                        <a:extLst>
                          <a:ext uri="{FF2B5EF4-FFF2-40B4-BE49-F238E27FC236}">
                            <a16:creationId xmlns:a16="http://schemas.microsoft.com/office/drawing/2014/main" id="{36AFC8CE-867C-739F-6325-F5A9A89CD8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9150" y="2843214"/>
                        <a:ext cx="1752600" cy="473075"/>
                      </a:xfrm>
                      <a:prstGeom prst="rect">
                        <a:avLst/>
                      </a:prstGeom>
                      <a:noFill/>
                      <a:ln>
                        <a:noFill/>
                      </a:ln>
                      <a:effectLst/>
                      <a:extLst>
                        <a:ext uri="{909E8E84-426E-40DD-AFC4-6F175D3DCCD1}">
                          <a14:hiddenFill xmlns:a14="http://schemas.microsoft.com/office/drawing/2010/main">
                            <a:solidFill>
                              <a:srgbClr val="6666CC">
                                <a:alpha val="8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2757" name="Object 1">
            <a:extLst>
              <a:ext uri="{FF2B5EF4-FFF2-40B4-BE49-F238E27FC236}">
                <a16:creationId xmlns:a16="http://schemas.microsoft.com/office/drawing/2014/main" id="{A5A27898-9CFF-2056-FD3D-F472AEDDCB8E}"/>
              </a:ext>
            </a:extLst>
          </p:cNvPr>
          <p:cNvGraphicFramePr>
            <a:graphicFrameLocks noChangeAspect="1"/>
          </p:cNvGraphicFramePr>
          <p:nvPr/>
        </p:nvGraphicFramePr>
        <p:xfrm>
          <a:off x="6167438" y="2843213"/>
          <a:ext cx="1981200" cy="514350"/>
        </p:xfrm>
        <a:graphic>
          <a:graphicData uri="http://schemas.openxmlformats.org/presentationml/2006/ole">
            <mc:AlternateContent xmlns:mc="http://schemas.openxmlformats.org/markup-compatibility/2006">
              <mc:Choice xmlns:v="urn:schemas-microsoft-com:vml" Requires="v">
                <p:oleObj name="Equation" r:id="rId4" imgW="660240" imgH="215640" progId="Equation.3">
                  <p:embed/>
                </p:oleObj>
              </mc:Choice>
              <mc:Fallback>
                <p:oleObj name="Equation" r:id="rId4" imgW="660240" imgH="215640" progId="Equation.3">
                  <p:embed/>
                  <p:pic>
                    <p:nvPicPr>
                      <p:cNvPr id="202757" name="Object 1">
                        <a:extLst>
                          <a:ext uri="{FF2B5EF4-FFF2-40B4-BE49-F238E27FC236}">
                            <a16:creationId xmlns:a16="http://schemas.microsoft.com/office/drawing/2014/main" id="{A5A27898-9CFF-2056-FD3D-F472AEDDCB8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67438" y="2843213"/>
                        <a:ext cx="1981200" cy="514350"/>
                      </a:xfrm>
                      <a:prstGeom prst="rect">
                        <a:avLst/>
                      </a:prstGeom>
                      <a:noFill/>
                      <a:ln>
                        <a:noFill/>
                      </a:ln>
                      <a:effectLst/>
                      <a:extLst>
                        <a:ext uri="{909E8E84-426E-40DD-AFC4-6F175D3DCCD1}">
                          <a14:hiddenFill xmlns:a14="http://schemas.microsoft.com/office/drawing/2010/main">
                            <a:solidFill>
                              <a:srgbClr val="6666CC">
                                <a:alpha val="8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474" name="Object 2">
            <a:extLst>
              <a:ext uri="{FF2B5EF4-FFF2-40B4-BE49-F238E27FC236}">
                <a16:creationId xmlns:a16="http://schemas.microsoft.com/office/drawing/2014/main" id="{6942A45E-6EC1-A911-CC96-DD5C28803B6B}"/>
              </a:ext>
            </a:extLst>
          </p:cNvPr>
          <p:cNvGraphicFramePr>
            <a:graphicFrameLocks noChangeAspect="1"/>
          </p:cNvGraphicFramePr>
          <p:nvPr/>
        </p:nvGraphicFramePr>
        <p:xfrm>
          <a:off x="2466975" y="4968876"/>
          <a:ext cx="3073400" cy="500063"/>
        </p:xfrm>
        <a:graphic>
          <a:graphicData uri="http://schemas.openxmlformats.org/presentationml/2006/ole">
            <mc:AlternateContent xmlns:mc="http://schemas.openxmlformats.org/markup-compatibility/2006">
              <mc:Choice xmlns:v="urn:schemas-microsoft-com:vml" Requires="v">
                <p:oleObj name="Equation" r:id="rId6" imgW="1054080" imgH="215640" progId="Equation.3">
                  <p:embed/>
                </p:oleObj>
              </mc:Choice>
              <mc:Fallback>
                <p:oleObj name="Equation" r:id="rId6" imgW="1054080" imgH="215640" progId="Equation.3">
                  <p:embed/>
                  <p:pic>
                    <p:nvPicPr>
                      <p:cNvPr id="105474" name="Object 2">
                        <a:extLst>
                          <a:ext uri="{FF2B5EF4-FFF2-40B4-BE49-F238E27FC236}">
                            <a16:creationId xmlns:a16="http://schemas.microsoft.com/office/drawing/2014/main" id="{6942A45E-6EC1-A911-CC96-DD5C28803B6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66975" y="4968876"/>
                        <a:ext cx="3073400" cy="500063"/>
                      </a:xfrm>
                      <a:prstGeom prst="rect">
                        <a:avLst/>
                      </a:prstGeom>
                      <a:noFill/>
                      <a:ln>
                        <a:noFill/>
                      </a:ln>
                      <a:effectLst/>
                      <a:extLst>
                        <a:ext uri="{909E8E84-426E-40DD-AFC4-6F175D3DCCD1}">
                          <a14:hiddenFill xmlns:a14="http://schemas.microsoft.com/office/drawing/2010/main">
                            <a:solidFill>
                              <a:srgbClr val="6666CC">
                                <a:alpha val="8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475" name="Object 3">
            <a:extLst>
              <a:ext uri="{FF2B5EF4-FFF2-40B4-BE49-F238E27FC236}">
                <a16:creationId xmlns:a16="http://schemas.microsoft.com/office/drawing/2014/main" id="{2E23CD94-4FEE-9202-3681-3D52F22DA2E4}"/>
              </a:ext>
            </a:extLst>
          </p:cNvPr>
          <p:cNvGraphicFramePr>
            <a:graphicFrameLocks noChangeAspect="1"/>
          </p:cNvGraphicFramePr>
          <p:nvPr/>
        </p:nvGraphicFramePr>
        <p:xfrm>
          <a:off x="6067425" y="4941889"/>
          <a:ext cx="3124200" cy="503237"/>
        </p:xfrm>
        <a:graphic>
          <a:graphicData uri="http://schemas.openxmlformats.org/presentationml/2006/ole">
            <mc:AlternateContent xmlns:mc="http://schemas.openxmlformats.org/markup-compatibility/2006">
              <mc:Choice xmlns:v="urn:schemas-microsoft-com:vml" Requires="v">
                <p:oleObj name="Equation" r:id="rId8" imgW="1066680" imgH="215640" progId="Equation.3">
                  <p:embed/>
                </p:oleObj>
              </mc:Choice>
              <mc:Fallback>
                <p:oleObj name="Equation" r:id="rId8" imgW="1066680" imgH="215640" progId="Equation.3">
                  <p:embed/>
                  <p:pic>
                    <p:nvPicPr>
                      <p:cNvPr id="105475" name="Object 3">
                        <a:extLst>
                          <a:ext uri="{FF2B5EF4-FFF2-40B4-BE49-F238E27FC236}">
                            <a16:creationId xmlns:a16="http://schemas.microsoft.com/office/drawing/2014/main" id="{2E23CD94-4FEE-9202-3681-3D52F22DA2E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67425" y="4941889"/>
                        <a:ext cx="3124200" cy="503237"/>
                      </a:xfrm>
                      <a:prstGeom prst="rect">
                        <a:avLst/>
                      </a:prstGeom>
                      <a:noFill/>
                      <a:ln>
                        <a:noFill/>
                      </a:ln>
                      <a:effectLst/>
                      <a:extLst>
                        <a:ext uri="{909E8E84-426E-40DD-AFC4-6F175D3DCCD1}">
                          <a14:hiddenFill xmlns:a14="http://schemas.microsoft.com/office/drawing/2010/main">
                            <a:solidFill>
                              <a:srgbClr val="6666CC">
                                <a:alpha val="8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476" name="Object 4">
            <a:extLst>
              <a:ext uri="{FF2B5EF4-FFF2-40B4-BE49-F238E27FC236}">
                <a16:creationId xmlns:a16="http://schemas.microsoft.com/office/drawing/2014/main" id="{047E7D91-3918-64E9-6BE7-B77BA59ED7F4}"/>
              </a:ext>
            </a:extLst>
          </p:cNvPr>
          <p:cNvGraphicFramePr>
            <a:graphicFrameLocks noChangeAspect="1"/>
          </p:cNvGraphicFramePr>
          <p:nvPr/>
        </p:nvGraphicFramePr>
        <p:xfrm>
          <a:off x="3616325" y="5616575"/>
          <a:ext cx="3532188" cy="476250"/>
        </p:xfrm>
        <a:graphic>
          <a:graphicData uri="http://schemas.openxmlformats.org/presentationml/2006/ole">
            <mc:AlternateContent xmlns:mc="http://schemas.openxmlformats.org/markup-compatibility/2006">
              <mc:Choice xmlns:v="urn:schemas-microsoft-com:vml" Requires="v">
                <p:oleObj name="Equation" r:id="rId10" imgW="1269720" imgH="215640" progId="Equation.3">
                  <p:embed/>
                </p:oleObj>
              </mc:Choice>
              <mc:Fallback>
                <p:oleObj name="Equation" r:id="rId10" imgW="1269720" imgH="215640" progId="Equation.3">
                  <p:embed/>
                  <p:pic>
                    <p:nvPicPr>
                      <p:cNvPr id="105476" name="Object 4">
                        <a:extLst>
                          <a:ext uri="{FF2B5EF4-FFF2-40B4-BE49-F238E27FC236}">
                            <a16:creationId xmlns:a16="http://schemas.microsoft.com/office/drawing/2014/main" id="{047E7D91-3918-64E9-6BE7-B77BA59ED7F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16325" y="5616575"/>
                        <a:ext cx="3532188" cy="476250"/>
                      </a:xfrm>
                      <a:prstGeom prst="rect">
                        <a:avLst/>
                      </a:prstGeom>
                      <a:noFill/>
                      <a:ln>
                        <a:noFill/>
                      </a:ln>
                      <a:effectLst/>
                      <a:extLst>
                        <a:ext uri="{909E8E84-426E-40DD-AFC4-6F175D3DCCD1}">
                          <a14:hiddenFill xmlns:a14="http://schemas.microsoft.com/office/drawing/2010/main">
                            <a:solidFill>
                              <a:srgbClr val="6666CC">
                                <a:alpha val="8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05474"/>
                                        </p:tgtEl>
                                        <p:attrNameLst>
                                          <p:attrName>style.visibility</p:attrName>
                                        </p:attrNameLst>
                                      </p:cBhvr>
                                      <p:to>
                                        <p:strVal val="visible"/>
                                      </p:to>
                                    </p:set>
                                    <p:animEffect transition="in" filter="dissolve">
                                      <p:cBhvr>
                                        <p:cTn id="7" dur="500"/>
                                        <p:tgtEl>
                                          <p:spTgt spid="105474"/>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105475"/>
                                        </p:tgtEl>
                                        <p:attrNameLst>
                                          <p:attrName>style.visibility</p:attrName>
                                        </p:attrNameLst>
                                      </p:cBhvr>
                                      <p:to>
                                        <p:strVal val="visible"/>
                                      </p:to>
                                    </p:set>
                                    <p:animEffect transition="in" filter="dissolve">
                                      <p:cBhvr>
                                        <p:cTn id="11" dur="500"/>
                                        <p:tgtEl>
                                          <p:spTgt spid="10547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105476"/>
                                        </p:tgtEl>
                                        <p:attrNameLst>
                                          <p:attrName>style.visibility</p:attrName>
                                        </p:attrNameLst>
                                      </p:cBhvr>
                                      <p:to>
                                        <p:strVal val="visible"/>
                                      </p:to>
                                    </p:set>
                                    <p:animEffect transition="in" filter="dissolve">
                                      <p:cBhvr>
                                        <p:cTn id="16" dur="500"/>
                                        <p:tgtEl>
                                          <p:spTgt spid="1054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55A6D74-0EC0-20B4-E4D8-3269AF2710D2}"/>
              </a:ext>
            </a:extLst>
          </p:cNvPr>
          <p:cNvSpPr>
            <a:spLocks noGrp="1" noChangeArrowheads="1"/>
          </p:cNvSpPr>
          <p:nvPr>
            <p:ph type="sldNum" sz="quarter" idx="12"/>
          </p:nvPr>
        </p:nvSpPr>
        <p:spPr>
          <a:ln/>
        </p:spPr>
        <p:txBody>
          <a:bodyPr/>
          <a:lstStyle/>
          <a:p>
            <a:pPr fontAlgn="base">
              <a:spcBef>
                <a:spcPct val="0"/>
              </a:spcBef>
              <a:spcAft>
                <a:spcPct val="0"/>
              </a:spcAft>
            </a:pPr>
            <a:fld id="{FF90EB80-3372-43B6-A1E5-A01107BD5902}" type="slidenum">
              <a:rPr kumimoji="1" lang="en-US" altLang="zh-CN">
                <a:solidFill>
                  <a:srgbClr val="000000"/>
                </a:solidFill>
                <a:ea typeface="宋体" panose="02010600030101010101" pitchFamily="2" charset="-122"/>
              </a:rPr>
              <a:pPr fontAlgn="base">
                <a:spcBef>
                  <a:spcPct val="0"/>
                </a:spcBef>
                <a:spcAft>
                  <a:spcPct val="0"/>
                </a:spcAft>
              </a:pPr>
              <a:t>38</a:t>
            </a:fld>
            <a:endParaRPr kumimoji="1" lang="en-US" altLang="zh-CN">
              <a:solidFill>
                <a:srgbClr val="000000"/>
              </a:solidFill>
              <a:ea typeface="宋体" panose="02010600030101010101" pitchFamily="2" charset="-122"/>
            </a:endParaRPr>
          </a:p>
        </p:txBody>
      </p:sp>
      <p:sp>
        <p:nvSpPr>
          <p:cNvPr id="47106" name="Rectangle 2">
            <a:extLst>
              <a:ext uri="{FF2B5EF4-FFF2-40B4-BE49-F238E27FC236}">
                <a16:creationId xmlns:a16="http://schemas.microsoft.com/office/drawing/2014/main" id="{1F5EC397-0B5C-494D-F025-04AC88A4CD4C}"/>
              </a:ext>
            </a:extLst>
          </p:cNvPr>
          <p:cNvSpPr>
            <a:spLocks noGrp="1" noChangeArrowheads="1"/>
          </p:cNvSpPr>
          <p:nvPr>
            <p:ph type="title" idx="4294967295"/>
          </p:nvPr>
        </p:nvSpPr>
        <p:spPr>
          <a:xfrm>
            <a:off x="1919288" y="260351"/>
            <a:ext cx="7772400" cy="720725"/>
          </a:xfrm>
        </p:spPr>
        <p:txBody>
          <a:bodyPr/>
          <a:lstStyle/>
          <a:p>
            <a:pPr eaLnBrk="1" hangingPunct="1"/>
            <a:r>
              <a:rPr lang="zh-CN" altLang="en-US"/>
              <a:t>分别测试法（例）</a:t>
            </a:r>
          </a:p>
        </p:txBody>
      </p:sp>
      <p:sp>
        <p:nvSpPr>
          <p:cNvPr id="47107" name="Rectangle 3">
            <a:extLst>
              <a:ext uri="{FF2B5EF4-FFF2-40B4-BE49-F238E27FC236}">
                <a16:creationId xmlns:a16="http://schemas.microsoft.com/office/drawing/2014/main" id="{AE0D6C45-45D7-BA02-B4F0-3DED1184A708}"/>
              </a:ext>
            </a:extLst>
          </p:cNvPr>
          <p:cNvSpPr>
            <a:spLocks noGrp="1" noChangeArrowheads="1"/>
          </p:cNvSpPr>
          <p:nvPr>
            <p:ph idx="4294967295"/>
          </p:nvPr>
        </p:nvSpPr>
        <p:spPr>
          <a:xfrm>
            <a:off x="1824038" y="1628775"/>
            <a:ext cx="8375650" cy="3505200"/>
          </a:xfrm>
        </p:spPr>
        <p:txBody>
          <a:bodyPr/>
          <a:lstStyle/>
          <a:p>
            <a:pPr eaLnBrk="1" hangingPunct="1">
              <a:lnSpc>
                <a:spcPct val="150000"/>
              </a:lnSpc>
              <a:spcBef>
                <a:spcPct val="50000"/>
              </a:spcBef>
            </a:pPr>
            <a:r>
              <a:rPr lang="zh-CN" altLang="en-US"/>
              <a:t>设组</a:t>
            </a:r>
            <a:r>
              <a:rPr lang="zh-TW" altLang="en-US"/>
              <a:t> 1 </a:t>
            </a:r>
            <a:r>
              <a:rPr lang="zh-CN" altLang="en-US"/>
              <a:t>发现了</a:t>
            </a:r>
            <a:r>
              <a:rPr lang="zh-TW" altLang="en-US"/>
              <a:t>25</a:t>
            </a:r>
            <a:r>
              <a:rPr lang="zh-CN" altLang="en-US"/>
              <a:t>个错误，组</a:t>
            </a:r>
            <a:r>
              <a:rPr lang="zh-TW" altLang="en-US"/>
              <a:t>2</a:t>
            </a:r>
            <a:r>
              <a:rPr lang="zh-CN" altLang="en-US"/>
              <a:t>发现了</a:t>
            </a:r>
            <a:r>
              <a:rPr lang="en-US" altLang="zh-TW"/>
              <a:t> 30 </a:t>
            </a:r>
            <a:r>
              <a:rPr lang="zh-CN" altLang="en-US"/>
              <a:t>个错误，其中</a:t>
            </a:r>
            <a:r>
              <a:rPr lang="en-US" altLang="zh-CN"/>
              <a:t>15</a:t>
            </a:r>
            <a:r>
              <a:rPr lang="zh-CN" altLang="en-US"/>
              <a:t>个错误被两组同时发现：</a:t>
            </a:r>
            <a:r>
              <a:rPr lang="zh-TW" altLang="en-US"/>
              <a:t> </a:t>
            </a:r>
          </a:p>
          <a:p>
            <a:pPr lvl="1" eaLnBrk="1" hangingPunct="1">
              <a:lnSpc>
                <a:spcPct val="150000"/>
              </a:lnSpc>
              <a:spcBef>
                <a:spcPct val="50000"/>
              </a:spcBef>
            </a:pPr>
            <a:r>
              <a:rPr lang="en-US" altLang="zh-TW" i="1"/>
              <a:t>x</a:t>
            </a:r>
            <a:r>
              <a:rPr lang="en-US" altLang="zh-TW"/>
              <a:t> = 25,    </a:t>
            </a:r>
            <a:r>
              <a:rPr lang="en-US" altLang="zh-TW" i="1"/>
              <a:t>y</a:t>
            </a:r>
            <a:r>
              <a:rPr lang="en-US" altLang="zh-TW"/>
              <a:t> = 30,   </a:t>
            </a:r>
            <a:r>
              <a:rPr lang="en-US" altLang="zh-TW" i="1"/>
              <a:t>q </a:t>
            </a:r>
            <a:r>
              <a:rPr lang="en-US" altLang="zh-TW"/>
              <a:t>= 15. </a:t>
            </a:r>
          </a:p>
          <a:p>
            <a:pPr lvl="1" eaLnBrk="1" hangingPunct="1">
              <a:lnSpc>
                <a:spcPct val="150000"/>
              </a:lnSpc>
              <a:spcBef>
                <a:spcPct val="50000"/>
              </a:spcBef>
            </a:pPr>
            <a:r>
              <a:rPr lang="en-US" altLang="zh-TW" i="1"/>
              <a:t>E</a:t>
            </a:r>
            <a:r>
              <a:rPr lang="en-US" altLang="zh-TW" baseline="-25000"/>
              <a:t>1</a:t>
            </a:r>
            <a:r>
              <a:rPr lang="en-US" altLang="zh-TW"/>
              <a:t> = 15</a:t>
            </a:r>
            <a:r>
              <a:rPr lang="en-US" altLang="zh-CN"/>
              <a:t> </a:t>
            </a:r>
            <a:r>
              <a:rPr lang="en-US" altLang="zh-TW"/>
              <a:t>/</a:t>
            </a:r>
            <a:r>
              <a:rPr lang="en-US" altLang="zh-CN"/>
              <a:t> </a:t>
            </a:r>
            <a:r>
              <a:rPr lang="en-US" altLang="zh-TW"/>
              <a:t>30 = 0.5,    </a:t>
            </a:r>
            <a:r>
              <a:rPr lang="en-US" altLang="zh-TW" i="1"/>
              <a:t>E</a:t>
            </a:r>
            <a:r>
              <a:rPr lang="en-US" altLang="zh-TW" baseline="-25000"/>
              <a:t>2</a:t>
            </a:r>
            <a:r>
              <a:rPr lang="en-US" altLang="zh-TW"/>
              <a:t> = 15</a:t>
            </a:r>
            <a:r>
              <a:rPr lang="en-US" altLang="zh-CN"/>
              <a:t> </a:t>
            </a:r>
            <a:r>
              <a:rPr lang="en-US" altLang="zh-TW"/>
              <a:t>/</a:t>
            </a:r>
            <a:r>
              <a:rPr lang="en-US" altLang="zh-CN"/>
              <a:t> </a:t>
            </a:r>
            <a:r>
              <a:rPr lang="en-US" altLang="zh-TW"/>
              <a:t>25 = 0.6. </a:t>
            </a:r>
          </a:p>
          <a:p>
            <a:pPr lvl="1" eaLnBrk="1" hangingPunct="1">
              <a:lnSpc>
                <a:spcPct val="150000"/>
              </a:lnSpc>
              <a:spcBef>
                <a:spcPct val="50000"/>
              </a:spcBef>
            </a:pPr>
            <a:r>
              <a:rPr lang="zh-CN" altLang="en-US"/>
              <a:t>则</a:t>
            </a:r>
            <a:r>
              <a:rPr lang="zh-TW" altLang="en-US"/>
              <a:t>  </a:t>
            </a:r>
            <a:r>
              <a:rPr lang="en-US" altLang="zh-TW" i="1"/>
              <a:t>N </a:t>
            </a:r>
            <a:r>
              <a:rPr lang="en-US" altLang="zh-TW"/>
              <a:t>= 15</a:t>
            </a:r>
            <a:r>
              <a:rPr lang="en-US" altLang="zh-CN"/>
              <a:t> </a:t>
            </a:r>
            <a:r>
              <a:rPr lang="en-US" altLang="zh-TW"/>
              <a:t>/</a:t>
            </a:r>
            <a:r>
              <a:rPr lang="en-US" altLang="zh-CN"/>
              <a:t> </a:t>
            </a:r>
            <a:r>
              <a:rPr lang="en-US" altLang="zh-TW"/>
              <a:t>(0.5</a:t>
            </a:r>
            <a:r>
              <a:rPr lang="en-US" altLang="zh-CN"/>
              <a:t> </a:t>
            </a:r>
            <a:r>
              <a:rPr lang="en-US" altLang="zh-TW"/>
              <a:t>*</a:t>
            </a:r>
            <a:r>
              <a:rPr lang="en-US" altLang="zh-CN"/>
              <a:t> </a:t>
            </a:r>
            <a:r>
              <a:rPr lang="en-US" altLang="zh-TW"/>
              <a:t>0.6) = 50 </a:t>
            </a:r>
            <a:r>
              <a:rPr lang="zh-CN" altLang="en-US"/>
              <a:t>个错误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nodeType="clickEffect">
                                  <p:stCondLst>
                                    <p:cond delay="0"/>
                                  </p:stCondLst>
                                  <p:childTnLst>
                                    <p:set>
                                      <p:cBhvr>
                                        <p:cTn id="6" dur="1" fill="hold">
                                          <p:stCondLst>
                                            <p:cond delay="0"/>
                                          </p:stCondLst>
                                        </p:cTn>
                                        <p:tgtEl>
                                          <p:spTgt spid="47107">
                                            <p:txEl>
                                              <p:pRg st="1" end="1"/>
                                            </p:txEl>
                                          </p:spTgt>
                                        </p:tgtEl>
                                        <p:attrNameLst>
                                          <p:attrName>style.visibility</p:attrName>
                                        </p:attrNameLst>
                                      </p:cBhvr>
                                      <p:to>
                                        <p:strVal val="visible"/>
                                      </p:to>
                                    </p:set>
                                    <p:animEffect transition="in" filter="barn(inHorizontal)">
                                      <p:cBhvr>
                                        <p:cTn id="7" dur="1000"/>
                                        <p:tgtEl>
                                          <p:spTgt spid="4710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6" fill="hold" nodeType="clickEffect">
                                  <p:stCondLst>
                                    <p:cond delay="0"/>
                                  </p:stCondLst>
                                  <p:childTnLst>
                                    <p:set>
                                      <p:cBhvr>
                                        <p:cTn id="11" dur="1" fill="hold">
                                          <p:stCondLst>
                                            <p:cond delay="0"/>
                                          </p:stCondLst>
                                        </p:cTn>
                                        <p:tgtEl>
                                          <p:spTgt spid="47107">
                                            <p:txEl>
                                              <p:pRg st="2" end="2"/>
                                            </p:txEl>
                                          </p:spTgt>
                                        </p:tgtEl>
                                        <p:attrNameLst>
                                          <p:attrName>style.visibility</p:attrName>
                                        </p:attrNameLst>
                                      </p:cBhvr>
                                      <p:to>
                                        <p:strVal val="visible"/>
                                      </p:to>
                                    </p:set>
                                    <p:animEffect transition="in" filter="barn(inHorizontal)">
                                      <p:cBhvr>
                                        <p:cTn id="12" dur="1000"/>
                                        <p:tgtEl>
                                          <p:spTgt spid="4710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6" fill="hold" nodeType="clickEffect">
                                  <p:stCondLst>
                                    <p:cond delay="0"/>
                                  </p:stCondLst>
                                  <p:childTnLst>
                                    <p:set>
                                      <p:cBhvr>
                                        <p:cTn id="16" dur="1" fill="hold">
                                          <p:stCondLst>
                                            <p:cond delay="0"/>
                                          </p:stCondLst>
                                        </p:cTn>
                                        <p:tgtEl>
                                          <p:spTgt spid="47107">
                                            <p:txEl>
                                              <p:pRg st="3" end="3"/>
                                            </p:txEl>
                                          </p:spTgt>
                                        </p:tgtEl>
                                        <p:attrNameLst>
                                          <p:attrName>style.visibility</p:attrName>
                                        </p:attrNameLst>
                                      </p:cBhvr>
                                      <p:to>
                                        <p:strVal val="visible"/>
                                      </p:to>
                                    </p:set>
                                    <p:animEffect transition="in" filter="barn(inHorizontal)">
                                      <p:cBhvr>
                                        <p:cTn id="17" dur="1000"/>
                                        <p:tgtEl>
                                          <p:spTgt spid="471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6">
            <a:extLst>
              <a:ext uri="{FF2B5EF4-FFF2-40B4-BE49-F238E27FC236}">
                <a16:creationId xmlns:a16="http://schemas.microsoft.com/office/drawing/2014/main" id="{7FCD7F5C-1ECD-6BB1-EC79-0EC1628FFCB2}"/>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C1013BBF-4962-4998-87FB-043715ED335C}" type="slidenum">
              <a:rPr lang="en-US" altLang="zh-CN" sz="1200">
                <a:solidFill>
                  <a:srgbClr val="000000"/>
                </a:solidFill>
                <a:latin typeface="Arial" panose="020B0604020202020204" pitchFamily="34" charset="0"/>
              </a:rPr>
              <a:pPr fontAlgn="base">
                <a:spcBef>
                  <a:spcPct val="0"/>
                </a:spcBef>
                <a:spcAft>
                  <a:spcPct val="0"/>
                </a:spcAft>
              </a:pPr>
              <a:t>39</a:t>
            </a:fld>
            <a:endParaRPr lang="en-US" altLang="zh-CN" sz="1200">
              <a:solidFill>
                <a:srgbClr val="000000"/>
              </a:solidFill>
              <a:latin typeface="Arial" panose="020B0604020202020204" pitchFamily="34" charset="0"/>
            </a:endParaRPr>
          </a:p>
        </p:txBody>
      </p:sp>
      <p:sp>
        <p:nvSpPr>
          <p:cNvPr id="38915" name="Rectangle 2">
            <a:extLst>
              <a:ext uri="{FF2B5EF4-FFF2-40B4-BE49-F238E27FC236}">
                <a16:creationId xmlns:a16="http://schemas.microsoft.com/office/drawing/2014/main" id="{D48878DB-C3D6-5FA6-3F40-2E00CAE32E53}"/>
              </a:ext>
            </a:extLst>
          </p:cNvPr>
          <p:cNvSpPr>
            <a:spLocks noGrp="1" noChangeArrowheads="1"/>
          </p:cNvSpPr>
          <p:nvPr>
            <p:ph type="title"/>
          </p:nvPr>
        </p:nvSpPr>
        <p:spPr/>
        <p:txBody>
          <a:bodyPr/>
          <a:lstStyle/>
          <a:p>
            <a:r>
              <a:rPr lang="zh-CN" altLang="en-US"/>
              <a:t>习题</a:t>
            </a:r>
          </a:p>
        </p:txBody>
      </p:sp>
      <p:sp>
        <p:nvSpPr>
          <p:cNvPr id="205827" name="Rectangle 3">
            <a:extLst>
              <a:ext uri="{FF2B5EF4-FFF2-40B4-BE49-F238E27FC236}">
                <a16:creationId xmlns:a16="http://schemas.microsoft.com/office/drawing/2014/main" id="{DC8BEE1C-FE43-E720-2E31-C6958F1E337B}"/>
              </a:ext>
            </a:extLst>
          </p:cNvPr>
          <p:cNvSpPr>
            <a:spLocks noGrp="1" noChangeArrowheads="1"/>
          </p:cNvSpPr>
          <p:nvPr>
            <p:ph type="body" idx="1"/>
          </p:nvPr>
        </p:nvSpPr>
        <p:spPr>
          <a:xfrm>
            <a:off x="1981200" y="908051"/>
            <a:ext cx="8229600" cy="5400675"/>
          </a:xfrm>
        </p:spPr>
        <p:txBody>
          <a:bodyPr/>
          <a:lstStyle/>
          <a:p>
            <a:pPr eaLnBrk="1" hangingPunct="1">
              <a:lnSpc>
                <a:spcPct val="125000"/>
              </a:lnSpc>
              <a:buFontTx/>
              <a:buNone/>
            </a:pPr>
            <a:r>
              <a:rPr lang="en-US" altLang="zh-CN" sz="2000"/>
              <a:t>1.  </a:t>
            </a:r>
            <a:r>
              <a:rPr lang="zh-CN" altLang="en-US" sz="2000"/>
              <a:t>黑盒测试是从</a:t>
            </a:r>
            <a:r>
              <a:rPr lang="en-US" altLang="zh-CN" sz="2000"/>
              <a:t>___</a:t>
            </a:r>
            <a:r>
              <a:rPr lang="zh-CN" altLang="en-US" sz="2000"/>
              <a:t>观点出发的测试，白盒测试是从</a:t>
            </a:r>
            <a:r>
              <a:rPr lang="en-US" altLang="zh-CN" sz="2000"/>
              <a:t>__</a:t>
            </a:r>
            <a:r>
              <a:rPr lang="zh-CN" altLang="en-US" sz="2000"/>
              <a:t>观点出发的测试</a:t>
            </a:r>
          </a:p>
          <a:p>
            <a:pPr eaLnBrk="1" hangingPunct="1">
              <a:lnSpc>
                <a:spcPct val="125000"/>
              </a:lnSpc>
              <a:buFontTx/>
              <a:buNone/>
            </a:pPr>
            <a:r>
              <a:rPr lang="en-US" altLang="zh-CN" sz="2000"/>
              <a:t>	A. </a:t>
            </a:r>
            <a:r>
              <a:rPr lang="zh-CN" altLang="en-US" sz="2000"/>
              <a:t>开发人员，管理人员   	</a:t>
            </a:r>
            <a:r>
              <a:rPr lang="en-US" altLang="zh-CN" sz="2000"/>
              <a:t>B. </a:t>
            </a:r>
            <a:r>
              <a:rPr lang="zh-CN" altLang="en-US" sz="2000"/>
              <a:t>用户，管理人员</a:t>
            </a:r>
          </a:p>
          <a:p>
            <a:pPr eaLnBrk="1" hangingPunct="1">
              <a:lnSpc>
                <a:spcPct val="125000"/>
              </a:lnSpc>
              <a:buFontTx/>
              <a:buNone/>
            </a:pPr>
            <a:r>
              <a:rPr lang="en-US" altLang="zh-CN" sz="2000"/>
              <a:t>	C. </a:t>
            </a:r>
            <a:r>
              <a:rPr lang="zh-CN" altLang="en-US" sz="2000"/>
              <a:t>用户， 开发人员        	</a:t>
            </a:r>
            <a:r>
              <a:rPr lang="en-US" altLang="zh-CN" sz="2000"/>
              <a:t>D. </a:t>
            </a:r>
            <a:r>
              <a:rPr lang="zh-CN" altLang="en-US" sz="2000"/>
              <a:t>开发人员，用户</a:t>
            </a:r>
          </a:p>
          <a:p>
            <a:pPr eaLnBrk="1" hangingPunct="1">
              <a:lnSpc>
                <a:spcPct val="125000"/>
              </a:lnSpc>
              <a:buFontTx/>
              <a:buNone/>
            </a:pPr>
            <a:r>
              <a:rPr lang="en-US" altLang="zh-CN" sz="2000"/>
              <a:t>	</a:t>
            </a:r>
            <a:r>
              <a:rPr lang="zh-CN" altLang="en-US" sz="2000">
                <a:solidFill>
                  <a:srgbClr val="FF0000"/>
                </a:solidFill>
              </a:rPr>
              <a:t>答案：</a:t>
            </a:r>
            <a:r>
              <a:rPr lang="en-US" altLang="zh-CN" sz="2000">
                <a:solidFill>
                  <a:srgbClr val="FF0000"/>
                </a:solidFill>
              </a:rPr>
              <a:t>C</a:t>
            </a:r>
          </a:p>
          <a:p>
            <a:pPr eaLnBrk="1" hangingPunct="1">
              <a:lnSpc>
                <a:spcPct val="125000"/>
              </a:lnSpc>
              <a:buFontTx/>
              <a:buNone/>
            </a:pPr>
            <a:r>
              <a:rPr lang="en-US" altLang="zh-CN" sz="2000"/>
              <a:t>2. </a:t>
            </a:r>
            <a:r>
              <a:rPr lang="zh-CN" altLang="en-US" sz="2000"/>
              <a:t>使用白盒测试时，确定测试用例应根据</a:t>
            </a:r>
            <a:r>
              <a:rPr lang="en-US" altLang="zh-CN" sz="2000"/>
              <a:t>____</a:t>
            </a:r>
            <a:r>
              <a:rPr lang="zh-CN" altLang="en-US" sz="2000"/>
              <a:t>和指定的覆盖标准</a:t>
            </a:r>
          </a:p>
          <a:p>
            <a:pPr eaLnBrk="1" hangingPunct="1">
              <a:lnSpc>
                <a:spcPct val="125000"/>
              </a:lnSpc>
              <a:buFontTx/>
              <a:buNone/>
            </a:pPr>
            <a:r>
              <a:rPr lang="en-US" altLang="zh-CN" sz="2000"/>
              <a:t>	A.  </a:t>
            </a:r>
            <a:r>
              <a:rPr lang="zh-CN" altLang="en-US" sz="2000"/>
              <a:t>程序的内部逻辑   		</a:t>
            </a:r>
            <a:r>
              <a:rPr lang="en-US" altLang="zh-CN" sz="2000"/>
              <a:t>B. </a:t>
            </a:r>
            <a:r>
              <a:rPr lang="zh-CN" altLang="en-US" sz="2000"/>
              <a:t>程序的复杂结构</a:t>
            </a:r>
          </a:p>
          <a:p>
            <a:pPr eaLnBrk="1" hangingPunct="1">
              <a:lnSpc>
                <a:spcPct val="125000"/>
              </a:lnSpc>
              <a:buFontTx/>
              <a:buNone/>
            </a:pPr>
            <a:r>
              <a:rPr lang="en-US" altLang="zh-CN" sz="2000"/>
              <a:t>	C.  </a:t>
            </a:r>
            <a:r>
              <a:rPr lang="zh-CN" altLang="en-US" sz="2000"/>
              <a:t>使用说明书           	</a:t>
            </a:r>
            <a:r>
              <a:rPr lang="en-US" altLang="zh-CN" sz="2000"/>
              <a:t>D. </a:t>
            </a:r>
            <a:r>
              <a:rPr lang="zh-CN" altLang="en-US" sz="2000"/>
              <a:t>程序的功能</a:t>
            </a:r>
          </a:p>
          <a:p>
            <a:pPr eaLnBrk="1" hangingPunct="1">
              <a:lnSpc>
                <a:spcPct val="125000"/>
              </a:lnSpc>
              <a:buFontTx/>
              <a:buNone/>
            </a:pPr>
            <a:r>
              <a:rPr lang="zh-CN" altLang="en-US" sz="2000"/>
              <a:t>	</a:t>
            </a:r>
            <a:r>
              <a:rPr lang="zh-CN" altLang="en-US" sz="2000">
                <a:solidFill>
                  <a:srgbClr val="FF0000"/>
                </a:solidFill>
              </a:rPr>
              <a:t>答案：</a:t>
            </a:r>
            <a:r>
              <a:rPr lang="en-US" altLang="zh-CN" sz="2000">
                <a:solidFill>
                  <a:srgbClr val="FF0000"/>
                </a:solidFill>
              </a:rPr>
              <a:t>A</a:t>
            </a:r>
          </a:p>
          <a:p>
            <a:pPr eaLnBrk="1" hangingPunct="1">
              <a:lnSpc>
                <a:spcPct val="125000"/>
              </a:lnSpc>
              <a:buFontTx/>
              <a:buNone/>
            </a:pPr>
            <a:r>
              <a:rPr lang="en-US" altLang="zh-CN" sz="2000"/>
              <a:t>3. </a:t>
            </a:r>
            <a:r>
              <a:rPr lang="zh-CN" altLang="en-US" sz="2000"/>
              <a:t>软件测试的目的是</a:t>
            </a:r>
            <a:r>
              <a:rPr lang="en-US" altLang="zh-CN" sz="2000"/>
              <a:t>_____</a:t>
            </a:r>
          </a:p>
          <a:p>
            <a:pPr eaLnBrk="1" hangingPunct="1">
              <a:lnSpc>
                <a:spcPct val="125000"/>
              </a:lnSpc>
              <a:buFontTx/>
              <a:buNone/>
            </a:pPr>
            <a:r>
              <a:rPr lang="en-US" altLang="zh-CN" sz="2000"/>
              <a:t>	A. </a:t>
            </a:r>
            <a:r>
              <a:rPr lang="zh-CN" altLang="en-US" sz="2000"/>
              <a:t>证明软件的正确性      	</a:t>
            </a:r>
            <a:r>
              <a:rPr lang="en-US" altLang="zh-CN" sz="2000"/>
              <a:t>B. </a:t>
            </a:r>
            <a:r>
              <a:rPr lang="zh-CN" altLang="en-US" sz="2000"/>
              <a:t>找出软件中存在的所有错误</a:t>
            </a:r>
          </a:p>
          <a:p>
            <a:pPr eaLnBrk="1" hangingPunct="1">
              <a:lnSpc>
                <a:spcPct val="125000"/>
              </a:lnSpc>
              <a:buFontTx/>
              <a:buNone/>
            </a:pPr>
            <a:r>
              <a:rPr lang="en-US" altLang="zh-CN" sz="2000"/>
              <a:t>	C. </a:t>
            </a:r>
            <a:r>
              <a:rPr lang="zh-CN" altLang="en-US" sz="2000"/>
              <a:t>证明软件中存在错误  	</a:t>
            </a:r>
            <a:r>
              <a:rPr lang="en-US" altLang="zh-CN" sz="2000"/>
              <a:t>D. </a:t>
            </a:r>
            <a:r>
              <a:rPr lang="zh-CN" altLang="en-US" sz="2000"/>
              <a:t>尽可能多地发现软件中的错误</a:t>
            </a:r>
          </a:p>
          <a:p>
            <a:pPr eaLnBrk="1" hangingPunct="1">
              <a:lnSpc>
                <a:spcPct val="125000"/>
              </a:lnSpc>
              <a:buFontTx/>
              <a:buNone/>
            </a:pPr>
            <a:r>
              <a:rPr lang="zh-CN" altLang="en-US" sz="2000">
                <a:solidFill>
                  <a:srgbClr val="FF0000"/>
                </a:solidFill>
              </a:rPr>
              <a:t>	答案：</a:t>
            </a:r>
            <a:r>
              <a:rPr lang="en-US" altLang="zh-CN" sz="2000">
                <a:solidFill>
                  <a:srgbClr val="FF0000"/>
                </a:solidFill>
              </a:rPr>
              <a:t>D</a:t>
            </a:r>
            <a:endParaRPr lang="zh-CN" altLang="en-US" sz="2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205827">
                                            <p:txEl>
                                              <p:pRg st="3" end="3"/>
                                            </p:txEl>
                                          </p:spTgt>
                                        </p:tgtEl>
                                        <p:attrNameLst>
                                          <p:attrName>style.visibility</p:attrName>
                                        </p:attrNameLst>
                                      </p:cBhvr>
                                      <p:to>
                                        <p:strVal val="visible"/>
                                      </p:to>
                                    </p:set>
                                    <p:animEffect transition="in" filter="diamond(in)">
                                      <p:cBhvr>
                                        <p:cTn id="7" dur="1000"/>
                                        <p:tgtEl>
                                          <p:spTgt spid="205827">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05827">
                                            <p:txEl>
                                              <p:pRg st="4" end="4"/>
                                            </p:txEl>
                                          </p:spTgt>
                                        </p:tgtEl>
                                        <p:attrNameLst>
                                          <p:attrName>style.visibility</p:attrName>
                                        </p:attrNameLst>
                                      </p:cBhvr>
                                      <p:to>
                                        <p:strVal val="visible"/>
                                      </p:to>
                                    </p:set>
                                    <p:animEffect transition="in" filter="box(in)">
                                      <p:cBhvr>
                                        <p:cTn id="12" dur="2000"/>
                                        <p:tgtEl>
                                          <p:spTgt spid="205827">
                                            <p:txEl>
                                              <p:pRg st="4" end="4"/>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205827">
                                            <p:txEl>
                                              <p:pRg st="5" end="5"/>
                                            </p:txEl>
                                          </p:spTgt>
                                        </p:tgtEl>
                                        <p:attrNameLst>
                                          <p:attrName>style.visibility</p:attrName>
                                        </p:attrNameLst>
                                      </p:cBhvr>
                                      <p:to>
                                        <p:strVal val="visible"/>
                                      </p:to>
                                    </p:set>
                                    <p:animEffect transition="in" filter="box(in)">
                                      <p:cBhvr>
                                        <p:cTn id="15" dur="2000"/>
                                        <p:tgtEl>
                                          <p:spTgt spid="205827">
                                            <p:txEl>
                                              <p:pRg st="5" end="5"/>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205827">
                                            <p:txEl>
                                              <p:pRg st="6" end="6"/>
                                            </p:txEl>
                                          </p:spTgt>
                                        </p:tgtEl>
                                        <p:attrNameLst>
                                          <p:attrName>style.visibility</p:attrName>
                                        </p:attrNameLst>
                                      </p:cBhvr>
                                      <p:to>
                                        <p:strVal val="visible"/>
                                      </p:to>
                                    </p:set>
                                    <p:animEffect transition="in" filter="box(in)">
                                      <p:cBhvr>
                                        <p:cTn id="18" dur="2000"/>
                                        <p:tgtEl>
                                          <p:spTgt spid="205827">
                                            <p:txEl>
                                              <p:pRg st="6" end="6"/>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205827">
                                            <p:txEl>
                                              <p:pRg st="7" end="7"/>
                                            </p:txEl>
                                          </p:spTgt>
                                        </p:tgtEl>
                                        <p:attrNameLst>
                                          <p:attrName>style.visibility</p:attrName>
                                        </p:attrNameLst>
                                      </p:cBhvr>
                                      <p:to>
                                        <p:strVal val="visible"/>
                                      </p:to>
                                    </p:set>
                                    <p:anim calcmode="lin" valueType="num">
                                      <p:cBhvr additive="base">
                                        <p:cTn id="23" dur="2000" fill="hold"/>
                                        <p:tgtEl>
                                          <p:spTgt spid="205827">
                                            <p:txEl>
                                              <p:pRg st="7" end="7"/>
                                            </p:txEl>
                                          </p:spTgt>
                                        </p:tgtEl>
                                        <p:attrNameLst>
                                          <p:attrName>ppt_x</p:attrName>
                                        </p:attrNameLst>
                                      </p:cBhvr>
                                      <p:tavLst>
                                        <p:tav tm="0">
                                          <p:val>
                                            <p:strVal val="#ppt_x"/>
                                          </p:val>
                                        </p:tav>
                                        <p:tav tm="100000">
                                          <p:val>
                                            <p:strVal val="#ppt_x"/>
                                          </p:val>
                                        </p:tav>
                                      </p:tavLst>
                                    </p:anim>
                                    <p:anim calcmode="lin" valueType="num">
                                      <p:cBhvr additive="base">
                                        <p:cTn id="24" dur="2000" fill="hold"/>
                                        <p:tgtEl>
                                          <p:spTgt spid="20582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6" presetClass="entr" presetSubtype="26" fill="hold" nodeType="clickEffect">
                                  <p:stCondLst>
                                    <p:cond delay="0"/>
                                  </p:stCondLst>
                                  <p:childTnLst>
                                    <p:set>
                                      <p:cBhvr>
                                        <p:cTn id="28" dur="1" fill="hold">
                                          <p:stCondLst>
                                            <p:cond delay="0"/>
                                          </p:stCondLst>
                                        </p:cTn>
                                        <p:tgtEl>
                                          <p:spTgt spid="205827">
                                            <p:txEl>
                                              <p:pRg st="8" end="8"/>
                                            </p:txEl>
                                          </p:spTgt>
                                        </p:tgtEl>
                                        <p:attrNameLst>
                                          <p:attrName>style.visibility</p:attrName>
                                        </p:attrNameLst>
                                      </p:cBhvr>
                                      <p:to>
                                        <p:strVal val="visible"/>
                                      </p:to>
                                    </p:set>
                                    <p:animEffect transition="in" filter="barn(inHorizontal)">
                                      <p:cBhvr>
                                        <p:cTn id="29" dur="1000"/>
                                        <p:tgtEl>
                                          <p:spTgt spid="205827">
                                            <p:txEl>
                                              <p:pRg st="8" end="8"/>
                                            </p:txEl>
                                          </p:spTgt>
                                        </p:tgtEl>
                                      </p:cBhvr>
                                    </p:animEffect>
                                  </p:childTnLst>
                                </p:cTn>
                              </p:par>
                              <p:par>
                                <p:cTn id="30" presetID="16" presetClass="entr" presetSubtype="26" fill="hold" nodeType="withEffect">
                                  <p:stCondLst>
                                    <p:cond delay="0"/>
                                  </p:stCondLst>
                                  <p:childTnLst>
                                    <p:set>
                                      <p:cBhvr>
                                        <p:cTn id="31" dur="1" fill="hold">
                                          <p:stCondLst>
                                            <p:cond delay="0"/>
                                          </p:stCondLst>
                                        </p:cTn>
                                        <p:tgtEl>
                                          <p:spTgt spid="205827">
                                            <p:txEl>
                                              <p:pRg st="9" end="9"/>
                                            </p:txEl>
                                          </p:spTgt>
                                        </p:tgtEl>
                                        <p:attrNameLst>
                                          <p:attrName>style.visibility</p:attrName>
                                        </p:attrNameLst>
                                      </p:cBhvr>
                                      <p:to>
                                        <p:strVal val="visible"/>
                                      </p:to>
                                    </p:set>
                                    <p:animEffect transition="in" filter="barn(inHorizontal)">
                                      <p:cBhvr>
                                        <p:cTn id="32" dur="1000"/>
                                        <p:tgtEl>
                                          <p:spTgt spid="205827">
                                            <p:txEl>
                                              <p:pRg st="9" end="9"/>
                                            </p:txEl>
                                          </p:spTgt>
                                        </p:tgtEl>
                                      </p:cBhvr>
                                    </p:animEffect>
                                  </p:childTnLst>
                                </p:cTn>
                              </p:par>
                              <p:par>
                                <p:cTn id="33" presetID="16" presetClass="entr" presetSubtype="26" fill="hold" nodeType="withEffect">
                                  <p:stCondLst>
                                    <p:cond delay="0"/>
                                  </p:stCondLst>
                                  <p:childTnLst>
                                    <p:set>
                                      <p:cBhvr>
                                        <p:cTn id="34" dur="1" fill="hold">
                                          <p:stCondLst>
                                            <p:cond delay="0"/>
                                          </p:stCondLst>
                                        </p:cTn>
                                        <p:tgtEl>
                                          <p:spTgt spid="205827">
                                            <p:txEl>
                                              <p:pRg st="10" end="10"/>
                                            </p:txEl>
                                          </p:spTgt>
                                        </p:tgtEl>
                                        <p:attrNameLst>
                                          <p:attrName>style.visibility</p:attrName>
                                        </p:attrNameLst>
                                      </p:cBhvr>
                                      <p:to>
                                        <p:strVal val="visible"/>
                                      </p:to>
                                    </p:set>
                                    <p:animEffect transition="in" filter="barn(inHorizontal)">
                                      <p:cBhvr>
                                        <p:cTn id="35" dur="1000"/>
                                        <p:tgtEl>
                                          <p:spTgt spid="205827">
                                            <p:txEl>
                                              <p:pRg st="10" end="10"/>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8" presetClass="entr" presetSubtype="16" fill="hold" nodeType="clickEffect">
                                  <p:stCondLst>
                                    <p:cond delay="0"/>
                                  </p:stCondLst>
                                  <p:childTnLst>
                                    <p:set>
                                      <p:cBhvr>
                                        <p:cTn id="39" dur="1" fill="hold">
                                          <p:stCondLst>
                                            <p:cond delay="0"/>
                                          </p:stCondLst>
                                        </p:cTn>
                                        <p:tgtEl>
                                          <p:spTgt spid="205827">
                                            <p:txEl>
                                              <p:pRg st="11" end="11"/>
                                            </p:txEl>
                                          </p:spTgt>
                                        </p:tgtEl>
                                        <p:attrNameLst>
                                          <p:attrName>style.visibility</p:attrName>
                                        </p:attrNameLst>
                                      </p:cBhvr>
                                      <p:to>
                                        <p:strVal val="visible"/>
                                      </p:to>
                                    </p:set>
                                    <p:animEffect transition="in" filter="diamond(in)">
                                      <p:cBhvr>
                                        <p:cTn id="40" dur="2000"/>
                                        <p:tgtEl>
                                          <p:spTgt spid="20582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6">
            <a:extLst>
              <a:ext uri="{FF2B5EF4-FFF2-40B4-BE49-F238E27FC236}">
                <a16:creationId xmlns:a16="http://schemas.microsoft.com/office/drawing/2014/main" id="{4B33345D-AD76-49D5-0CD1-CF30E1D3683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F55F72A8-A64C-418D-8D80-45BF7E014FB0}" type="slidenum">
              <a:rPr lang="en-US" altLang="zh-CN" sz="1200">
                <a:solidFill>
                  <a:srgbClr val="000000"/>
                </a:solidFill>
                <a:latin typeface="Arial" panose="020B0604020202020204" pitchFamily="34" charset="0"/>
              </a:rPr>
              <a:pPr fontAlgn="base">
                <a:spcBef>
                  <a:spcPct val="0"/>
                </a:spcBef>
                <a:spcAft>
                  <a:spcPct val="0"/>
                </a:spcAft>
              </a:pPr>
              <a:t>40</a:t>
            </a:fld>
            <a:endParaRPr lang="en-US" altLang="zh-CN" sz="1200">
              <a:solidFill>
                <a:srgbClr val="000000"/>
              </a:solidFill>
              <a:latin typeface="Arial" panose="020B0604020202020204" pitchFamily="34" charset="0"/>
            </a:endParaRPr>
          </a:p>
        </p:txBody>
      </p:sp>
      <p:sp>
        <p:nvSpPr>
          <p:cNvPr id="39939" name="Rectangle 2">
            <a:extLst>
              <a:ext uri="{FF2B5EF4-FFF2-40B4-BE49-F238E27FC236}">
                <a16:creationId xmlns:a16="http://schemas.microsoft.com/office/drawing/2014/main" id="{7829DA1C-DA0A-636B-88EF-57964AD128DE}"/>
              </a:ext>
            </a:extLst>
          </p:cNvPr>
          <p:cNvSpPr>
            <a:spLocks noGrp="1" noChangeArrowheads="1"/>
          </p:cNvSpPr>
          <p:nvPr>
            <p:ph type="title"/>
          </p:nvPr>
        </p:nvSpPr>
        <p:spPr/>
        <p:txBody>
          <a:bodyPr/>
          <a:lstStyle/>
          <a:p>
            <a:r>
              <a:rPr lang="zh-CN" altLang="en-US"/>
              <a:t>习题</a:t>
            </a:r>
          </a:p>
        </p:txBody>
      </p:sp>
      <p:sp>
        <p:nvSpPr>
          <p:cNvPr id="206851" name="Rectangle 3">
            <a:extLst>
              <a:ext uri="{FF2B5EF4-FFF2-40B4-BE49-F238E27FC236}">
                <a16:creationId xmlns:a16="http://schemas.microsoft.com/office/drawing/2014/main" id="{09E0A91E-379A-79EB-7E9E-C708007801DA}"/>
              </a:ext>
            </a:extLst>
          </p:cNvPr>
          <p:cNvSpPr>
            <a:spLocks noGrp="1" noChangeArrowheads="1"/>
          </p:cNvSpPr>
          <p:nvPr>
            <p:ph type="body" idx="1"/>
          </p:nvPr>
        </p:nvSpPr>
        <p:spPr>
          <a:xfrm>
            <a:off x="1981200" y="1052513"/>
            <a:ext cx="8229600" cy="4862512"/>
          </a:xfrm>
        </p:spPr>
        <p:txBody>
          <a:bodyPr/>
          <a:lstStyle/>
          <a:p>
            <a:pPr eaLnBrk="1" hangingPunct="1">
              <a:lnSpc>
                <a:spcPct val="150000"/>
              </a:lnSpc>
              <a:spcBef>
                <a:spcPct val="30000"/>
              </a:spcBef>
              <a:buFontTx/>
              <a:buNone/>
            </a:pPr>
            <a:r>
              <a:rPr lang="en-US" altLang="zh-CN" sz="2000"/>
              <a:t>4. </a:t>
            </a:r>
            <a:r>
              <a:rPr lang="zh-CN" altLang="en-US" sz="2000"/>
              <a:t>从下列叙述中，选出依次分别与需求分析、设计、编码相对应的软件测试：</a:t>
            </a:r>
          </a:p>
          <a:p>
            <a:pPr eaLnBrk="1" hangingPunct="1">
              <a:lnSpc>
                <a:spcPct val="150000"/>
              </a:lnSpc>
              <a:spcBef>
                <a:spcPct val="30000"/>
              </a:spcBef>
              <a:buFontTx/>
              <a:buNone/>
            </a:pPr>
            <a:r>
              <a:rPr lang="en-US" altLang="zh-CN" sz="1900"/>
              <a:t>A. </a:t>
            </a:r>
            <a:r>
              <a:rPr lang="zh-CN" altLang="en-US" sz="1900"/>
              <a:t>集成测试，确认测试，单元测试    </a:t>
            </a:r>
            <a:r>
              <a:rPr lang="en-US" altLang="zh-CN" sz="1900"/>
              <a:t>B. </a:t>
            </a:r>
            <a:r>
              <a:rPr lang="zh-CN" altLang="en-US" sz="1900"/>
              <a:t>单元测试，集成测试，确认测试</a:t>
            </a:r>
          </a:p>
          <a:p>
            <a:pPr eaLnBrk="1" hangingPunct="1">
              <a:lnSpc>
                <a:spcPct val="150000"/>
              </a:lnSpc>
              <a:spcBef>
                <a:spcPct val="30000"/>
              </a:spcBef>
              <a:buFontTx/>
              <a:buNone/>
            </a:pPr>
            <a:r>
              <a:rPr lang="en-US" altLang="zh-CN" sz="1900"/>
              <a:t>C. </a:t>
            </a:r>
            <a:r>
              <a:rPr lang="zh-CN" altLang="en-US" sz="1900"/>
              <a:t>单元测试，确认测试，集成测试    </a:t>
            </a:r>
            <a:r>
              <a:rPr lang="en-US" altLang="zh-CN" sz="1900"/>
              <a:t>D. </a:t>
            </a:r>
            <a:r>
              <a:rPr lang="zh-CN" altLang="en-US" sz="1900"/>
              <a:t>确认测试，集成测试，单元测试</a:t>
            </a:r>
          </a:p>
          <a:p>
            <a:pPr eaLnBrk="1" hangingPunct="1">
              <a:lnSpc>
                <a:spcPct val="150000"/>
              </a:lnSpc>
              <a:spcBef>
                <a:spcPct val="30000"/>
              </a:spcBef>
              <a:buFontTx/>
              <a:buNone/>
            </a:pPr>
            <a:r>
              <a:rPr lang="zh-CN" altLang="en-US" sz="2000"/>
              <a:t>	</a:t>
            </a:r>
            <a:r>
              <a:rPr lang="zh-CN" altLang="en-US" sz="2000">
                <a:solidFill>
                  <a:srgbClr val="FF0000"/>
                </a:solidFill>
              </a:rPr>
              <a:t>答案：</a:t>
            </a:r>
            <a:r>
              <a:rPr lang="en-US" altLang="zh-CN" sz="2000">
                <a:solidFill>
                  <a:srgbClr val="FF0000"/>
                </a:solidFill>
              </a:rPr>
              <a:t>D</a:t>
            </a:r>
          </a:p>
          <a:p>
            <a:pPr eaLnBrk="1" hangingPunct="1">
              <a:lnSpc>
                <a:spcPct val="150000"/>
              </a:lnSpc>
              <a:spcBef>
                <a:spcPct val="30000"/>
              </a:spcBef>
              <a:buFontTx/>
              <a:buNone/>
            </a:pPr>
            <a:r>
              <a:rPr lang="en-US" altLang="zh-CN" sz="2000"/>
              <a:t>5. </a:t>
            </a:r>
            <a:r>
              <a:rPr lang="zh-CN" altLang="en-US" sz="2000"/>
              <a:t>一般来说，与测试数据无关的文档是</a:t>
            </a:r>
            <a:r>
              <a:rPr lang="en-US" altLang="zh-CN" sz="2000"/>
              <a:t>____</a:t>
            </a:r>
          </a:p>
          <a:p>
            <a:pPr eaLnBrk="1" hangingPunct="1">
              <a:lnSpc>
                <a:spcPct val="150000"/>
              </a:lnSpc>
              <a:spcBef>
                <a:spcPct val="30000"/>
              </a:spcBef>
              <a:buFontTx/>
              <a:buNone/>
            </a:pPr>
            <a:r>
              <a:rPr lang="en-US" altLang="zh-CN" sz="2000"/>
              <a:t>	A. </a:t>
            </a:r>
            <a:r>
              <a:rPr lang="zh-CN" altLang="en-US" sz="2000"/>
              <a:t>需求规格说明书          </a:t>
            </a:r>
            <a:r>
              <a:rPr lang="en-US" altLang="zh-CN" sz="2000"/>
              <a:t>B. </a:t>
            </a:r>
            <a:r>
              <a:rPr lang="zh-CN" altLang="en-US" sz="2000"/>
              <a:t>设计说明书  </a:t>
            </a:r>
          </a:p>
          <a:p>
            <a:pPr eaLnBrk="1" hangingPunct="1">
              <a:lnSpc>
                <a:spcPct val="150000"/>
              </a:lnSpc>
              <a:spcBef>
                <a:spcPct val="30000"/>
              </a:spcBef>
              <a:buFontTx/>
              <a:buNone/>
            </a:pPr>
            <a:r>
              <a:rPr lang="en-US" altLang="zh-CN" sz="2000"/>
              <a:t>	C. </a:t>
            </a:r>
            <a:r>
              <a:rPr lang="zh-CN" altLang="en-US" sz="2000"/>
              <a:t>源程序                         </a:t>
            </a:r>
            <a:r>
              <a:rPr lang="en-US" altLang="zh-CN" sz="2000"/>
              <a:t>D. </a:t>
            </a:r>
            <a:r>
              <a:rPr lang="zh-CN" altLang="en-US" sz="2000"/>
              <a:t>项目开发计划</a:t>
            </a:r>
          </a:p>
          <a:p>
            <a:pPr>
              <a:lnSpc>
                <a:spcPct val="150000"/>
              </a:lnSpc>
              <a:spcBef>
                <a:spcPct val="30000"/>
              </a:spcBef>
              <a:buFont typeface="Wingdings" panose="05000000000000000000" pitchFamily="2" charset="2"/>
              <a:buNone/>
            </a:pPr>
            <a:r>
              <a:rPr lang="zh-CN" altLang="en-US" sz="2000">
                <a:solidFill>
                  <a:srgbClr val="FF0000"/>
                </a:solidFill>
              </a:rPr>
              <a:t>	答案：</a:t>
            </a:r>
            <a:r>
              <a:rPr lang="en-US" altLang="zh-CN" sz="2000">
                <a:solidFill>
                  <a:srgbClr val="FF0000"/>
                </a:solidFill>
              </a:rPr>
              <a:t>D</a:t>
            </a:r>
            <a:endParaRPr lang="zh-CN" altLang="en-US" sz="200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206851">
                                            <p:txEl>
                                              <p:pRg st="3" end="3"/>
                                            </p:txEl>
                                          </p:spTgt>
                                        </p:tgtEl>
                                        <p:attrNameLst>
                                          <p:attrName>style.visibility</p:attrName>
                                        </p:attrNameLst>
                                      </p:cBhvr>
                                      <p:to>
                                        <p:strVal val="visible"/>
                                      </p:to>
                                    </p:set>
                                    <p:animEffect transition="in" filter="diamond(in)">
                                      <p:cBhvr>
                                        <p:cTn id="7" dur="2000"/>
                                        <p:tgtEl>
                                          <p:spTgt spid="206851">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06851">
                                            <p:txEl>
                                              <p:pRg st="4" end="4"/>
                                            </p:txEl>
                                          </p:spTgt>
                                        </p:tgtEl>
                                        <p:attrNameLst>
                                          <p:attrName>style.visibility</p:attrName>
                                        </p:attrNameLst>
                                      </p:cBhvr>
                                      <p:to>
                                        <p:strVal val="visible"/>
                                      </p:to>
                                    </p:set>
                                    <p:animEffect transition="in" filter="checkerboard(across)">
                                      <p:cBhvr>
                                        <p:cTn id="12" dur="500"/>
                                        <p:tgtEl>
                                          <p:spTgt spid="206851">
                                            <p:txEl>
                                              <p:pRg st="4" end="4"/>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206851">
                                            <p:txEl>
                                              <p:pRg st="5" end="5"/>
                                            </p:txEl>
                                          </p:spTgt>
                                        </p:tgtEl>
                                        <p:attrNameLst>
                                          <p:attrName>style.visibility</p:attrName>
                                        </p:attrNameLst>
                                      </p:cBhvr>
                                      <p:to>
                                        <p:strVal val="visible"/>
                                      </p:to>
                                    </p:set>
                                    <p:animEffect transition="in" filter="checkerboard(across)">
                                      <p:cBhvr>
                                        <p:cTn id="15" dur="500"/>
                                        <p:tgtEl>
                                          <p:spTgt spid="206851">
                                            <p:txEl>
                                              <p:pRg st="5" end="5"/>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206851">
                                            <p:txEl>
                                              <p:pRg st="6" end="6"/>
                                            </p:txEl>
                                          </p:spTgt>
                                        </p:tgtEl>
                                        <p:attrNameLst>
                                          <p:attrName>style.visibility</p:attrName>
                                        </p:attrNameLst>
                                      </p:cBhvr>
                                      <p:to>
                                        <p:strVal val="visible"/>
                                      </p:to>
                                    </p:set>
                                    <p:animEffect transition="in" filter="checkerboard(across)">
                                      <p:cBhvr>
                                        <p:cTn id="18" dur="500"/>
                                        <p:tgtEl>
                                          <p:spTgt spid="206851">
                                            <p:txEl>
                                              <p:pRg st="6" end="6"/>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6" presetClass="entr" presetSubtype="26" fill="hold" nodeType="clickEffect">
                                  <p:stCondLst>
                                    <p:cond delay="0"/>
                                  </p:stCondLst>
                                  <p:childTnLst>
                                    <p:set>
                                      <p:cBhvr>
                                        <p:cTn id="22" dur="1" fill="hold">
                                          <p:stCondLst>
                                            <p:cond delay="0"/>
                                          </p:stCondLst>
                                        </p:cTn>
                                        <p:tgtEl>
                                          <p:spTgt spid="206851">
                                            <p:txEl>
                                              <p:pRg st="7" end="7"/>
                                            </p:txEl>
                                          </p:spTgt>
                                        </p:tgtEl>
                                        <p:attrNameLst>
                                          <p:attrName>style.visibility</p:attrName>
                                        </p:attrNameLst>
                                      </p:cBhvr>
                                      <p:to>
                                        <p:strVal val="visible"/>
                                      </p:to>
                                    </p:set>
                                    <p:animEffect transition="in" filter="barn(inHorizontal)">
                                      <p:cBhvr>
                                        <p:cTn id="23" dur="1000"/>
                                        <p:tgtEl>
                                          <p:spTgt spid="20685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6">
            <a:extLst>
              <a:ext uri="{FF2B5EF4-FFF2-40B4-BE49-F238E27FC236}">
                <a16:creationId xmlns:a16="http://schemas.microsoft.com/office/drawing/2014/main" id="{3C6BF442-6C7F-9E61-A273-001ABCADD20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766112F9-89A2-4C58-9685-5C171A9B076A}" type="slidenum">
              <a:rPr lang="en-US" altLang="zh-CN" sz="1200">
                <a:solidFill>
                  <a:srgbClr val="000000"/>
                </a:solidFill>
                <a:latin typeface="Arial" panose="020B0604020202020204" pitchFamily="34" charset="0"/>
              </a:rPr>
              <a:pPr fontAlgn="base">
                <a:spcBef>
                  <a:spcPct val="0"/>
                </a:spcBef>
                <a:spcAft>
                  <a:spcPct val="0"/>
                </a:spcAft>
              </a:pPr>
              <a:t>41</a:t>
            </a:fld>
            <a:endParaRPr lang="en-US" altLang="zh-CN" sz="1200">
              <a:solidFill>
                <a:srgbClr val="000000"/>
              </a:solidFill>
              <a:latin typeface="Arial" panose="020B0604020202020204" pitchFamily="34" charset="0"/>
            </a:endParaRPr>
          </a:p>
        </p:txBody>
      </p:sp>
      <p:sp>
        <p:nvSpPr>
          <p:cNvPr id="40963" name="Rectangle 2">
            <a:extLst>
              <a:ext uri="{FF2B5EF4-FFF2-40B4-BE49-F238E27FC236}">
                <a16:creationId xmlns:a16="http://schemas.microsoft.com/office/drawing/2014/main" id="{78E6FE09-0D8B-F323-F391-94AE12C32FDD}"/>
              </a:ext>
            </a:extLst>
          </p:cNvPr>
          <p:cNvSpPr>
            <a:spLocks noGrp="1" noChangeArrowheads="1"/>
          </p:cNvSpPr>
          <p:nvPr>
            <p:ph type="title" idx="4294967295"/>
          </p:nvPr>
        </p:nvSpPr>
        <p:spPr>
          <a:xfrm>
            <a:off x="1970088" y="287338"/>
            <a:ext cx="8229600" cy="620712"/>
          </a:xfrm>
        </p:spPr>
        <p:txBody>
          <a:bodyPr/>
          <a:lstStyle/>
          <a:p>
            <a:pPr eaLnBrk="1" hangingPunct="1"/>
            <a:r>
              <a:rPr lang="zh-CN" altLang="en-US" sz="2200"/>
              <a:t>给出流图，以及基本路径、语句测试、分支测试、条件测试用例</a:t>
            </a:r>
          </a:p>
        </p:txBody>
      </p:sp>
      <p:sp>
        <p:nvSpPr>
          <p:cNvPr id="40964" name="Rectangle 4">
            <a:extLst>
              <a:ext uri="{FF2B5EF4-FFF2-40B4-BE49-F238E27FC236}">
                <a16:creationId xmlns:a16="http://schemas.microsoft.com/office/drawing/2014/main" id="{5B23AC4C-0242-3371-8B3F-68B10A011E0C}"/>
              </a:ext>
            </a:extLst>
          </p:cNvPr>
          <p:cNvSpPr>
            <a:spLocks noChangeArrowheads="1"/>
          </p:cNvSpPr>
          <p:nvPr/>
        </p:nvSpPr>
        <p:spPr bwMode="auto">
          <a:xfrm>
            <a:off x="1631950" y="895351"/>
            <a:ext cx="3671888" cy="5339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lnSpc>
                <a:spcPct val="95000"/>
              </a:lnSpc>
              <a:spcAft>
                <a:spcPct val="0"/>
              </a:spcAft>
              <a:buClrTx/>
              <a:buSzTx/>
              <a:buNone/>
            </a:pPr>
            <a:r>
              <a:rPr kumimoji="1" lang="en-US" altLang="zh-CN" sz="2000">
                <a:solidFill>
                  <a:srgbClr val="000000"/>
                </a:solidFill>
                <a:latin typeface="Times New Roman" panose="02020603050405020304" pitchFamily="18" charset="0"/>
              </a:rPr>
              <a:t>(1)    void myflow(int x,int y) {</a:t>
            </a:r>
          </a:p>
          <a:p>
            <a:pPr fontAlgn="base">
              <a:lnSpc>
                <a:spcPct val="95000"/>
              </a:lnSpc>
              <a:spcAft>
                <a:spcPct val="0"/>
              </a:spcAft>
              <a:buClrTx/>
              <a:buSzTx/>
              <a:buNone/>
            </a:pPr>
            <a:r>
              <a:rPr kumimoji="1" lang="en-US" altLang="zh-CN" sz="2000">
                <a:solidFill>
                  <a:srgbClr val="000000"/>
                </a:solidFill>
                <a:latin typeface="Times New Roman" panose="02020603050405020304" pitchFamily="18" charset="0"/>
              </a:rPr>
              <a:t>(2) 	int a;</a:t>
            </a:r>
          </a:p>
          <a:p>
            <a:pPr fontAlgn="base">
              <a:lnSpc>
                <a:spcPct val="95000"/>
              </a:lnSpc>
              <a:spcAft>
                <a:spcPct val="0"/>
              </a:spcAft>
              <a:buClrTx/>
              <a:buSzTx/>
              <a:buNone/>
            </a:pPr>
            <a:r>
              <a:rPr kumimoji="1" lang="en-US" altLang="zh-CN" sz="2000">
                <a:solidFill>
                  <a:srgbClr val="000000"/>
                </a:solidFill>
                <a:latin typeface="Times New Roman" panose="02020603050405020304" pitchFamily="18" charset="0"/>
              </a:rPr>
              <a:t>(3) 	if (y = = 0) {</a:t>
            </a:r>
          </a:p>
          <a:p>
            <a:pPr fontAlgn="base">
              <a:lnSpc>
                <a:spcPct val="95000"/>
              </a:lnSpc>
              <a:spcAft>
                <a:spcPct val="0"/>
              </a:spcAft>
              <a:buClrTx/>
              <a:buSzTx/>
              <a:buNone/>
            </a:pPr>
            <a:r>
              <a:rPr kumimoji="1" lang="en-US" altLang="zh-CN" sz="2000">
                <a:solidFill>
                  <a:srgbClr val="000000"/>
                </a:solidFill>
                <a:latin typeface="Times New Roman" panose="02020603050405020304" pitchFamily="18" charset="0"/>
              </a:rPr>
              <a:t>(4) 		a = 1;</a:t>
            </a:r>
          </a:p>
          <a:p>
            <a:pPr fontAlgn="base">
              <a:lnSpc>
                <a:spcPct val="95000"/>
              </a:lnSpc>
              <a:spcAft>
                <a:spcPct val="0"/>
              </a:spcAft>
              <a:buClrTx/>
              <a:buSzTx/>
              <a:buNone/>
            </a:pPr>
            <a:r>
              <a:rPr kumimoji="1" lang="en-US" altLang="zh-CN" sz="2000">
                <a:solidFill>
                  <a:srgbClr val="000000"/>
                </a:solidFill>
                <a:latin typeface="Times New Roman" panose="02020603050405020304" pitchFamily="18" charset="0"/>
              </a:rPr>
              <a:t>(5) 	} else {</a:t>
            </a:r>
          </a:p>
          <a:p>
            <a:pPr fontAlgn="base">
              <a:lnSpc>
                <a:spcPct val="95000"/>
              </a:lnSpc>
              <a:spcAft>
                <a:spcPct val="0"/>
              </a:spcAft>
              <a:buClrTx/>
              <a:buSzTx/>
              <a:buNone/>
            </a:pPr>
            <a:r>
              <a:rPr kumimoji="1" lang="en-US" altLang="zh-CN" sz="2000">
                <a:solidFill>
                  <a:srgbClr val="000000"/>
                </a:solidFill>
                <a:latin typeface="Times New Roman" panose="02020603050405020304" pitchFamily="18" charset="0"/>
              </a:rPr>
              <a:t>(6) 		a = y;</a:t>
            </a:r>
          </a:p>
          <a:p>
            <a:pPr fontAlgn="base">
              <a:lnSpc>
                <a:spcPct val="95000"/>
              </a:lnSpc>
              <a:spcAft>
                <a:spcPct val="0"/>
              </a:spcAft>
              <a:buClrTx/>
              <a:buSzTx/>
              <a:buNone/>
            </a:pPr>
            <a:r>
              <a:rPr kumimoji="1" lang="en-US" altLang="zh-CN" sz="2000">
                <a:solidFill>
                  <a:srgbClr val="000000"/>
                </a:solidFill>
                <a:latin typeface="Times New Roman" panose="02020603050405020304" pitchFamily="18" charset="0"/>
              </a:rPr>
              <a:t>(7) 	  }</a:t>
            </a:r>
          </a:p>
          <a:p>
            <a:pPr fontAlgn="base">
              <a:lnSpc>
                <a:spcPct val="95000"/>
              </a:lnSpc>
              <a:spcAft>
                <a:spcPct val="0"/>
              </a:spcAft>
              <a:buClrTx/>
              <a:buSzTx/>
              <a:buNone/>
            </a:pPr>
            <a:r>
              <a:rPr kumimoji="1" lang="en-US" altLang="zh-CN" sz="2000">
                <a:solidFill>
                  <a:srgbClr val="000000"/>
                </a:solidFill>
                <a:latin typeface="Times New Roman" panose="02020603050405020304" pitchFamily="18" charset="0"/>
              </a:rPr>
              <a:t>(8) 	y = x – a;</a:t>
            </a:r>
          </a:p>
          <a:p>
            <a:pPr fontAlgn="base">
              <a:lnSpc>
                <a:spcPct val="95000"/>
              </a:lnSpc>
              <a:spcAft>
                <a:spcPct val="0"/>
              </a:spcAft>
              <a:buClrTx/>
              <a:buSzTx/>
              <a:buNone/>
            </a:pPr>
            <a:r>
              <a:rPr kumimoji="1" lang="en-US" altLang="zh-CN" sz="2000">
                <a:solidFill>
                  <a:srgbClr val="000000"/>
                </a:solidFill>
                <a:latin typeface="Times New Roman" panose="02020603050405020304" pitchFamily="18" charset="0"/>
              </a:rPr>
              <a:t>(9) 	if ((a &gt; 0) || ( a &lt; -10) ) {</a:t>
            </a:r>
          </a:p>
          <a:p>
            <a:pPr fontAlgn="base">
              <a:lnSpc>
                <a:spcPct val="95000"/>
              </a:lnSpc>
              <a:spcAft>
                <a:spcPct val="0"/>
              </a:spcAft>
              <a:buClrTx/>
              <a:buSzTx/>
              <a:buNone/>
            </a:pPr>
            <a:r>
              <a:rPr kumimoji="1" lang="en-US" altLang="zh-CN" sz="2000">
                <a:solidFill>
                  <a:srgbClr val="000000"/>
                </a:solidFill>
                <a:latin typeface="Times New Roman" panose="02020603050405020304" pitchFamily="18" charset="0"/>
              </a:rPr>
              <a:t>(10) 		a = x;</a:t>
            </a:r>
          </a:p>
          <a:p>
            <a:pPr fontAlgn="base">
              <a:lnSpc>
                <a:spcPct val="95000"/>
              </a:lnSpc>
              <a:spcAft>
                <a:spcPct val="0"/>
              </a:spcAft>
              <a:buClrTx/>
              <a:buSzTx/>
              <a:buNone/>
            </a:pPr>
            <a:r>
              <a:rPr kumimoji="1" lang="en-US" altLang="zh-CN" sz="2000">
                <a:solidFill>
                  <a:srgbClr val="000000"/>
                </a:solidFill>
                <a:latin typeface="Times New Roman" panose="02020603050405020304" pitchFamily="18" charset="0"/>
              </a:rPr>
              <a:t>(11) 	} else {</a:t>
            </a:r>
          </a:p>
          <a:p>
            <a:pPr fontAlgn="base">
              <a:lnSpc>
                <a:spcPct val="95000"/>
              </a:lnSpc>
              <a:spcAft>
                <a:spcPct val="0"/>
              </a:spcAft>
              <a:buClrTx/>
              <a:buSzTx/>
              <a:buNone/>
            </a:pPr>
            <a:r>
              <a:rPr kumimoji="1" lang="en-US" altLang="zh-CN" sz="2000">
                <a:solidFill>
                  <a:srgbClr val="000000"/>
                </a:solidFill>
                <a:latin typeface="Times New Roman" panose="02020603050405020304" pitchFamily="18" charset="0"/>
              </a:rPr>
              <a:t>(12) 		a = x + 1;</a:t>
            </a:r>
          </a:p>
          <a:p>
            <a:pPr fontAlgn="base">
              <a:lnSpc>
                <a:spcPct val="95000"/>
              </a:lnSpc>
              <a:spcAft>
                <a:spcPct val="0"/>
              </a:spcAft>
              <a:buClrTx/>
              <a:buSzTx/>
              <a:buNone/>
            </a:pPr>
            <a:r>
              <a:rPr kumimoji="1" lang="en-US" altLang="zh-CN" sz="2000">
                <a:solidFill>
                  <a:srgbClr val="000000"/>
                </a:solidFill>
                <a:latin typeface="Times New Roman" panose="02020603050405020304" pitchFamily="18" charset="0"/>
              </a:rPr>
              <a:t>(13) 	  }</a:t>
            </a:r>
          </a:p>
          <a:p>
            <a:pPr fontAlgn="base">
              <a:lnSpc>
                <a:spcPct val="95000"/>
              </a:lnSpc>
              <a:spcAft>
                <a:spcPct val="0"/>
              </a:spcAft>
              <a:buClrTx/>
              <a:buSzTx/>
              <a:buNone/>
            </a:pPr>
            <a:r>
              <a:rPr kumimoji="1" lang="en-US" altLang="zh-CN" sz="2000">
                <a:solidFill>
                  <a:srgbClr val="000000"/>
                </a:solidFill>
                <a:latin typeface="Times New Roman" panose="02020603050405020304" pitchFamily="18" charset="0"/>
              </a:rPr>
              <a:t>(14) 	printf(“%d\n”, a);</a:t>
            </a:r>
          </a:p>
          <a:p>
            <a:pPr fontAlgn="base">
              <a:lnSpc>
                <a:spcPct val="95000"/>
              </a:lnSpc>
              <a:spcAft>
                <a:spcPct val="0"/>
              </a:spcAft>
              <a:buClrTx/>
              <a:buSzTx/>
              <a:buNone/>
            </a:pPr>
            <a:r>
              <a:rPr kumimoji="1" lang="en-US" altLang="zh-CN" sz="2000">
                <a:solidFill>
                  <a:srgbClr val="000000"/>
                </a:solidFill>
                <a:latin typeface="Times New Roman" panose="02020603050405020304" pitchFamily="18" charset="0"/>
              </a:rPr>
              <a:t>(15)   }</a:t>
            </a:r>
          </a:p>
        </p:txBody>
      </p:sp>
      <p:sp>
        <p:nvSpPr>
          <p:cNvPr id="96259" name="Text Box 3">
            <a:extLst>
              <a:ext uri="{FF2B5EF4-FFF2-40B4-BE49-F238E27FC236}">
                <a16:creationId xmlns:a16="http://schemas.microsoft.com/office/drawing/2014/main" id="{FE793350-7061-BF83-53FE-86610599AACB}"/>
              </a:ext>
            </a:extLst>
          </p:cNvPr>
          <p:cNvSpPr txBox="1">
            <a:spLocks noChangeArrowheads="1"/>
          </p:cNvSpPr>
          <p:nvPr/>
        </p:nvSpPr>
        <p:spPr bwMode="auto">
          <a:xfrm>
            <a:off x="5448300" y="985838"/>
            <a:ext cx="2209800" cy="4983162"/>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457200" indent="-457200">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30000"/>
              </a:spcBef>
              <a:spcAft>
                <a:spcPct val="0"/>
              </a:spcAft>
              <a:buClrTx/>
              <a:buSzTx/>
              <a:buFontTx/>
              <a:buAutoNum type="arabicPlain"/>
            </a:pPr>
            <a:r>
              <a:rPr kumimoji="1" lang="en-US" altLang="zh-CN" sz="2800">
                <a:solidFill>
                  <a:srgbClr val="000000"/>
                </a:solidFill>
                <a:latin typeface="Times New Roman" panose="02020603050405020304" pitchFamily="18" charset="0"/>
              </a:rPr>
              <a:t>   y=0</a:t>
            </a:r>
          </a:p>
          <a:p>
            <a:pPr fontAlgn="base">
              <a:spcBef>
                <a:spcPct val="30000"/>
              </a:spcBef>
              <a:spcAft>
                <a:spcPct val="0"/>
              </a:spcAft>
              <a:buClrTx/>
              <a:buSzTx/>
              <a:buFontTx/>
              <a:buAutoNum type="arabicPlain" startAt="2"/>
            </a:pPr>
            <a:r>
              <a:rPr kumimoji="1" lang="en-US" altLang="zh-CN" sz="2800">
                <a:solidFill>
                  <a:srgbClr val="000000"/>
                </a:solidFill>
                <a:latin typeface="Times New Roman" panose="02020603050405020304" pitchFamily="18" charset="0"/>
              </a:rPr>
              <a:t>   a=1</a:t>
            </a:r>
          </a:p>
          <a:p>
            <a:pPr fontAlgn="base">
              <a:spcBef>
                <a:spcPct val="30000"/>
              </a:spcBef>
              <a:spcAft>
                <a:spcPct val="0"/>
              </a:spcAft>
              <a:buClrTx/>
              <a:buSzTx/>
              <a:buFontTx/>
              <a:buAutoNum type="arabicPlain" startAt="3"/>
            </a:pPr>
            <a:r>
              <a:rPr kumimoji="1" lang="en-US" altLang="zh-CN" sz="2800">
                <a:solidFill>
                  <a:srgbClr val="000000"/>
                </a:solidFill>
                <a:latin typeface="Times New Roman" panose="02020603050405020304" pitchFamily="18" charset="0"/>
              </a:rPr>
              <a:t>   a=y</a:t>
            </a:r>
          </a:p>
          <a:p>
            <a:pPr fontAlgn="base">
              <a:spcBef>
                <a:spcPct val="30000"/>
              </a:spcBef>
              <a:spcAft>
                <a:spcPct val="0"/>
              </a:spcAft>
              <a:buClrTx/>
              <a:buSzTx/>
              <a:buFontTx/>
              <a:buAutoNum type="arabicPlain" startAt="4"/>
            </a:pPr>
            <a:r>
              <a:rPr kumimoji="1" lang="en-US" altLang="zh-CN" sz="2800">
                <a:solidFill>
                  <a:srgbClr val="000000"/>
                </a:solidFill>
                <a:latin typeface="Times New Roman" panose="02020603050405020304" pitchFamily="18" charset="0"/>
              </a:rPr>
              <a:t>   y=x-a</a:t>
            </a:r>
          </a:p>
          <a:p>
            <a:pPr fontAlgn="base">
              <a:spcBef>
                <a:spcPct val="30000"/>
              </a:spcBef>
              <a:spcAft>
                <a:spcPct val="0"/>
              </a:spcAft>
              <a:buClrTx/>
              <a:buSzTx/>
              <a:buFontTx/>
              <a:buAutoNum type="arabicPlain" startAt="5"/>
            </a:pPr>
            <a:r>
              <a:rPr kumimoji="1" lang="en-US" altLang="zh-CN" sz="2800">
                <a:solidFill>
                  <a:srgbClr val="000000"/>
                </a:solidFill>
                <a:latin typeface="Times New Roman" panose="02020603050405020304" pitchFamily="18" charset="0"/>
              </a:rPr>
              <a:t>   a&gt;0</a:t>
            </a:r>
          </a:p>
          <a:p>
            <a:pPr fontAlgn="base">
              <a:spcBef>
                <a:spcPct val="30000"/>
              </a:spcBef>
              <a:spcAft>
                <a:spcPct val="0"/>
              </a:spcAft>
              <a:buClrTx/>
              <a:buSzTx/>
              <a:buFontTx/>
              <a:buAutoNum type="arabicPlain" startAt="6"/>
            </a:pPr>
            <a:r>
              <a:rPr kumimoji="1" lang="en-US" altLang="zh-CN" sz="2800">
                <a:solidFill>
                  <a:srgbClr val="000000"/>
                </a:solidFill>
                <a:latin typeface="Times New Roman" panose="02020603050405020304" pitchFamily="18" charset="0"/>
              </a:rPr>
              <a:t>   a&lt;-10</a:t>
            </a:r>
          </a:p>
          <a:p>
            <a:pPr fontAlgn="base">
              <a:spcBef>
                <a:spcPct val="30000"/>
              </a:spcBef>
              <a:spcAft>
                <a:spcPct val="0"/>
              </a:spcAft>
              <a:buClrTx/>
              <a:buSzTx/>
              <a:buFontTx/>
              <a:buAutoNum type="arabicPlain" startAt="7"/>
            </a:pPr>
            <a:r>
              <a:rPr kumimoji="1" lang="en-US" altLang="zh-CN" sz="2800">
                <a:solidFill>
                  <a:srgbClr val="000000"/>
                </a:solidFill>
                <a:latin typeface="Times New Roman" panose="02020603050405020304" pitchFamily="18" charset="0"/>
              </a:rPr>
              <a:t>   a=x</a:t>
            </a:r>
          </a:p>
          <a:p>
            <a:pPr fontAlgn="base">
              <a:spcBef>
                <a:spcPct val="30000"/>
              </a:spcBef>
              <a:spcAft>
                <a:spcPct val="0"/>
              </a:spcAft>
              <a:buClrTx/>
              <a:buSzTx/>
              <a:buFontTx/>
              <a:buAutoNum type="arabicPlain" startAt="8"/>
            </a:pPr>
            <a:r>
              <a:rPr kumimoji="1" lang="en-US" altLang="zh-CN" sz="2800">
                <a:solidFill>
                  <a:srgbClr val="000000"/>
                </a:solidFill>
                <a:latin typeface="Times New Roman" panose="02020603050405020304" pitchFamily="18" charset="0"/>
              </a:rPr>
              <a:t>   a=x+1</a:t>
            </a:r>
          </a:p>
          <a:p>
            <a:pPr fontAlgn="base">
              <a:spcBef>
                <a:spcPct val="30000"/>
              </a:spcBef>
              <a:spcAft>
                <a:spcPct val="0"/>
              </a:spcAft>
              <a:buClrTx/>
              <a:buSzTx/>
              <a:buNone/>
            </a:pPr>
            <a:r>
              <a:rPr kumimoji="1" lang="en-US" altLang="zh-CN" sz="2800">
                <a:solidFill>
                  <a:srgbClr val="000000"/>
                </a:solidFill>
                <a:latin typeface="Times New Roman" panose="02020603050405020304" pitchFamily="18" charset="0"/>
              </a:rPr>
              <a:t>9     printf</a:t>
            </a:r>
          </a:p>
        </p:txBody>
      </p:sp>
      <p:pic>
        <p:nvPicPr>
          <p:cNvPr id="158725" name="Picture 2" descr="H:\软件工程\2010\图\chapter 13\绘图3.jpg">
            <a:extLst>
              <a:ext uri="{FF2B5EF4-FFF2-40B4-BE49-F238E27FC236}">
                <a16:creationId xmlns:a16="http://schemas.microsoft.com/office/drawing/2014/main" id="{9A1755F2-4FFC-8EF1-19D1-B662E95DD2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85100" y="981076"/>
            <a:ext cx="2559050" cy="531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6259"/>
                                        </p:tgtEl>
                                        <p:attrNameLst>
                                          <p:attrName>style.visibility</p:attrName>
                                        </p:attrNameLst>
                                      </p:cBhvr>
                                      <p:to>
                                        <p:strVal val="visible"/>
                                      </p:to>
                                    </p:set>
                                    <p:anim calcmode="lin" valueType="num">
                                      <p:cBhvr additive="base">
                                        <p:cTn id="7" dur="2000" fill="hold"/>
                                        <p:tgtEl>
                                          <p:spTgt spid="96259"/>
                                        </p:tgtEl>
                                        <p:attrNameLst>
                                          <p:attrName>ppt_x</p:attrName>
                                        </p:attrNameLst>
                                      </p:cBhvr>
                                      <p:tavLst>
                                        <p:tav tm="0">
                                          <p:val>
                                            <p:strVal val="#ppt_x"/>
                                          </p:val>
                                        </p:tav>
                                        <p:tav tm="100000">
                                          <p:val>
                                            <p:strVal val="#ppt_x"/>
                                          </p:val>
                                        </p:tav>
                                      </p:tavLst>
                                    </p:anim>
                                    <p:anim calcmode="lin" valueType="num">
                                      <p:cBhvr additive="base">
                                        <p:cTn id="8" dur="2000" fill="hold"/>
                                        <p:tgtEl>
                                          <p:spTgt spid="9625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58725"/>
                                        </p:tgtEl>
                                        <p:attrNameLst>
                                          <p:attrName>style.visibility</p:attrName>
                                        </p:attrNameLst>
                                      </p:cBhvr>
                                      <p:to>
                                        <p:strVal val="visible"/>
                                      </p:to>
                                    </p:set>
                                    <p:anim calcmode="lin" valueType="num">
                                      <p:cBhvr additive="base">
                                        <p:cTn id="13" dur="2000" fill="hold"/>
                                        <p:tgtEl>
                                          <p:spTgt spid="158725"/>
                                        </p:tgtEl>
                                        <p:attrNameLst>
                                          <p:attrName>ppt_x</p:attrName>
                                        </p:attrNameLst>
                                      </p:cBhvr>
                                      <p:tavLst>
                                        <p:tav tm="0">
                                          <p:val>
                                            <p:strVal val="#ppt_x"/>
                                          </p:val>
                                        </p:tav>
                                        <p:tav tm="100000">
                                          <p:val>
                                            <p:strVal val="#ppt_x"/>
                                          </p:val>
                                        </p:tav>
                                      </p:tavLst>
                                    </p:anim>
                                    <p:anim calcmode="lin" valueType="num">
                                      <p:cBhvr additive="base">
                                        <p:cTn id="14" dur="2000" fill="hold"/>
                                        <p:tgtEl>
                                          <p:spTgt spid="1587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6">
            <a:extLst>
              <a:ext uri="{FF2B5EF4-FFF2-40B4-BE49-F238E27FC236}">
                <a16:creationId xmlns:a16="http://schemas.microsoft.com/office/drawing/2014/main" id="{BD1D43F0-4D85-8A7A-416F-3B38584125A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B1685F07-EFAA-4665-95A7-8F02B89B634D}" type="slidenum">
              <a:rPr lang="en-US" altLang="zh-CN" sz="1200">
                <a:solidFill>
                  <a:srgbClr val="000000"/>
                </a:solidFill>
                <a:latin typeface="Arial" panose="020B0604020202020204" pitchFamily="34" charset="0"/>
              </a:rPr>
              <a:pPr fontAlgn="base">
                <a:spcBef>
                  <a:spcPct val="0"/>
                </a:spcBef>
                <a:spcAft>
                  <a:spcPct val="0"/>
                </a:spcAft>
              </a:pPr>
              <a:t>42</a:t>
            </a:fld>
            <a:endParaRPr lang="en-US" altLang="zh-CN" sz="1200">
              <a:solidFill>
                <a:srgbClr val="000000"/>
              </a:solidFill>
              <a:latin typeface="Arial" panose="020B0604020202020204" pitchFamily="34" charset="0"/>
            </a:endParaRPr>
          </a:p>
        </p:txBody>
      </p:sp>
      <p:pic>
        <p:nvPicPr>
          <p:cNvPr id="41987" name="Picture 2" descr="H:\软件工程\2010\图\chapter 13\绘图3.jpg">
            <a:extLst>
              <a:ext uri="{FF2B5EF4-FFF2-40B4-BE49-F238E27FC236}">
                <a16:creationId xmlns:a16="http://schemas.microsoft.com/office/drawing/2014/main" id="{DA6ED19D-5A87-9E83-1161-5DD963A1F9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0013" y="188913"/>
            <a:ext cx="3009900"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0" name="Text Box 4">
            <a:extLst>
              <a:ext uri="{FF2B5EF4-FFF2-40B4-BE49-F238E27FC236}">
                <a16:creationId xmlns:a16="http://schemas.microsoft.com/office/drawing/2014/main" id="{2A31CF9B-53B1-74D2-261B-9638AF113D73}"/>
              </a:ext>
            </a:extLst>
          </p:cNvPr>
          <p:cNvSpPr txBox="1">
            <a:spLocks noChangeArrowheads="1"/>
          </p:cNvSpPr>
          <p:nvPr/>
        </p:nvSpPr>
        <p:spPr bwMode="auto">
          <a:xfrm>
            <a:off x="6672263" y="1125539"/>
            <a:ext cx="3384550" cy="4797425"/>
          </a:xfrm>
          <a:prstGeom prst="rect">
            <a:avLst/>
          </a:prstGeom>
          <a:noFill/>
          <a:ln w="9525">
            <a:noFill/>
            <a:miter lim="800000"/>
            <a:headEnd/>
            <a:tailEnd/>
          </a:ln>
          <a:effectLst/>
        </p:spPr>
        <p:txBody>
          <a:bodyPr>
            <a:spAutoFit/>
          </a:bodyPr>
          <a:lstStyle>
            <a:lvl1pPr marL="457200" indent="-4572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lnSpc>
                <a:spcPct val="150000"/>
              </a:lnSpc>
              <a:spcBef>
                <a:spcPct val="50000"/>
              </a:spcBef>
              <a:spcAft>
                <a:spcPct val="0"/>
              </a:spcAft>
              <a:defRPr/>
            </a:pPr>
            <a:r>
              <a:rPr lang="zh-CN" altLang="en-US" sz="2800" b="1">
                <a:solidFill>
                  <a:srgbClr val="FF0000"/>
                </a:solidFill>
              </a:rPr>
              <a:t>有</a:t>
            </a:r>
            <a:r>
              <a:rPr lang="en-US" altLang="zh-CN" sz="2800" b="1">
                <a:solidFill>
                  <a:srgbClr val="FF0000"/>
                </a:solidFill>
              </a:rPr>
              <a:t>4</a:t>
            </a:r>
            <a:r>
              <a:rPr lang="zh-CN" altLang="en-US" sz="2800" b="1">
                <a:solidFill>
                  <a:srgbClr val="FF0000"/>
                </a:solidFill>
              </a:rPr>
              <a:t>个域，故有四条基本路径：</a:t>
            </a:r>
          </a:p>
          <a:p>
            <a:pPr eaLnBrk="1" fontAlgn="base" hangingPunct="1">
              <a:lnSpc>
                <a:spcPct val="150000"/>
              </a:lnSpc>
              <a:spcBef>
                <a:spcPct val="50000"/>
              </a:spcBef>
              <a:spcAft>
                <a:spcPct val="0"/>
              </a:spcAft>
              <a:buFontTx/>
              <a:buAutoNum type="arabicParenBoth"/>
              <a:defRPr/>
            </a:pPr>
            <a:r>
              <a:rPr lang="en-US" altLang="zh-CN" sz="2800" b="1">
                <a:solidFill>
                  <a:srgbClr val="FF0000"/>
                </a:solidFill>
              </a:rPr>
              <a:t> 1-3-4-5-6-8-9</a:t>
            </a:r>
          </a:p>
          <a:p>
            <a:pPr eaLnBrk="1" fontAlgn="base" hangingPunct="1">
              <a:lnSpc>
                <a:spcPct val="150000"/>
              </a:lnSpc>
              <a:spcBef>
                <a:spcPct val="50000"/>
              </a:spcBef>
              <a:spcAft>
                <a:spcPct val="0"/>
              </a:spcAft>
              <a:buFontTx/>
              <a:buAutoNum type="arabicParenBoth"/>
              <a:defRPr/>
            </a:pPr>
            <a:r>
              <a:rPr lang="en-US" altLang="zh-CN" sz="2800" b="1">
                <a:solidFill>
                  <a:srgbClr val="FF0000"/>
                </a:solidFill>
              </a:rPr>
              <a:t> 1-3-4-5-6-7-9</a:t>
            </a:r>
          </a:p>
          <a:p>
            <a:pPr eaLnBrk="1" fontAlgn="base" hangingPunct="1">
              <a:lnSpc>
                <a:spcPct val="150000"/>
              </a:lnSpc>
              <a:spcBef>
                <a:spcPct val="50000"/>
              </a:spcBef>
              <a:spcAft>
                <a:spcPct val="0"/>
              </a:spcAft>
              <a:buFontTx/>
              <a:buAutoNum type="arabicParenBoth"/>
              <a:defRPr/>
            </a:pPr>
            <a:r>
              <a:rPr lang="en-US" altLang="zh-CN" sz="2800" b="1">
                <a:solidFill>
                  <a:srgbClr val="FF0000"/>
                </a:solidFill>
              </a:rPr>
              <a:t> 1-3-4-5-7-9</a:t>
            </a:r>
          </a:p>
          <a:p>
            <a:pPr eaLnBrk="1" fontAlgn="base" hangingPunct="1">
              <a:lnSpc>
                <a:spcPct val="150000"/>
              </a:lnSpc>
              <a:spcBef>
                <a:spcPct val="50000"/>
              </a:spcBef>
              <a:spcAft>
                <a:spcPct val="0"/>
              </a:spcAft>
              <a:buFontTx/>
              <a:buAutoNum type="arabicParenBoth"/>
              <a:defRPr/>
            </a:pPr>
            <a:r>
              <a:rPr lang="en-US" altLang="zh-CN" sz="2800" b="1">
                <a:solidFill>
                  <a:srgbClr val="FF0000"/>
                </a:solidFill>
              </a:rPr>
              <a:t> 1-2-4-5-7-9</a:t>
            </a:r>
            <a:r>
              <a:rPr lang="en-US" altLang="zh-CN" sz="2800" b="1">
                <a:solidFill>
                  <a:srgbClr val="000000"/>
                </a:solidFill>
                <a:effectLst>
                  <a:outerShdw blurRad="38100" dist="38100" dir="2700000" algn="tl">
                    <a:srgbClr val="C0C0C0"/>
                  </a:outerShdw>
                </a:effectLst>
              </a:rPr>
              <a:t>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6">
            <a:extLst>
              <a:ext uri="{FF2B5EF4-FFF2-40B4-BE49-F238E27FC236}">
                <a16:creationId xmlns:a16="http://schemas.microsoft.com/office/drawing/2014/main" id="{0F6EB006-E5E6-FF24-43C3-823E93D1FAF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31CD96EE-D06F-4F48-B325-DA15E2149814}" type="slidenum">
              <a:rPr lang="en-US" altLang="zh-CN" sz="1200">
                <a:solidFill>
                  <a:srgbClr val="000000"/>
                </a:solidFill>
                <a:latin typeface="Arial" panose="020B0604020202020204" pitchFamily="34" charset="0"/>
              </a:rPr>
              <a:pPr fontAlgn="base">
                <a:spcBef>
                  <a:spcPct val="0"/>
                </a:spcBef>
                <a:spcAft>
                  <a:spcPct val="0"/>
                </a:spcAft>
              </a:pPr>
              <a:t>43</a:t>
            </a:fld>
            <a:endParaRPr lang="en-US" altLang="zh-CN" sz="1200">
              <a:solidFill>
                <a:srgbClr val="000000"/>
              </a:solidFill>
              <a:latin typeface="Arial" panose="020B0604020202020204" pitchFamily="34" charset="0"/>
            </a:endParaRPr>
          </a:p>
        </p:txBody>
      </p:sp>
      <p:pic>
        <p:nvPicPr>
          <p:cNvPr id="43011" name="Picture 4" descr="H:\软件工程\2010\图\chapter 13\绘图3.jpg">
            <a:extLst>
              <a:ext uri="{FF2B5EF4-FFF2-40B4-BE49-F238E27FC236}">
                <a16:creationId xmlns:a16="http://schemas.microsoft.com/office/drawing/2014/main" id="{3504024D-6871-4393-FD1F-90C594C765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9700" y="304800"/>
            <a:ext cx="3009900"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Text Box 5">
            <a:extLst>
              <a:ext uri="{FF2B5EF4-FFF2-40B4-BE49-F238E27FC236}">
                <a16:creationId xmlns:a16="http://schemas.microsoft.com/office/drawing/2014/main" id="{9874734B-F72D-F724-A5C8-72C5CBEE34E9}"/>
              </a:ext>
            </a:extLst>
          </p:cNvPr>
          <p:cNvSpPr txBox="1">
            <a:spLocks noChangeArrowheads="1"/>
          </p:cNvSpPr>
          <p:nvPr/>
        </p:nvSpPr>
        <p:spPr bwMode="auto">
          <a:xfrm>
            <a:off x="1828800" y="1217613"/>
            <a:ext cx="2209800" cy="4487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15000"/>
              </a:spcBef>
              <a:spcAft>
                <a:spcPct val="0"/>
              </a:spcAft>
              <a:buClrTx/>
              <a:buSzTx/>
              <a:buFontTx/>
              <a:buAutoNum type="arabicPlain"/>
            </a:pPr>
            <a:r>
              <a:rPr kumimoji="1" lang="en-US" altLang="zh-CN" sz="2800">
                <a:solidFill>
                  <a:srgbClr val="000000"/>
                </a:solidFill>
                <a:latin typeface="Times New Roman" panose="02020603050405020304" pitchFamily="18" charset="0"/>
              </a:rPr>
              <a:t>   y=0</a:t>
            </a:r>
          </a:p>
          <a:p>
            <a:pPr fontAlgn="base">
              <a:spcBef>
                <a:spcPct val="15000"/>
              </a:spcBef>
              <a:spcAft>
                <a:spcPct val="0"/>
              </a:spcAft>
              <a:buClrTx/>
              <a:buSzTx/>
              <a:buFontTx/>
              <a:buAutoNum type="arabicPlain" startAt="2"/>
            </a:pPr>
            <a:r>
              <a:rPr kumimoji="1" lang="en-US" altLang="zh-CN" sz="2800">
                <a:solidFill>
                  <a:srgbClr val="000000"/>
                </a:solidFill>
                <a:latin typeface="Times New Roman" panose="02020603050405020304" pitchFamily="18" charset="0"/>
              </a:rPr>
              <a:t>   a=1</a:t>
            </a:r>
          </a:p>
          <a:p>
            <a:pPr fontAlgn="base">
              <a:spcBef>
                <a:spcPct val="15000"/>
              </a:spcBef>
              <a:spcAft>
                <a:spcPct val="0"/>
              </a:spcAft>
              <a:buClrTx/>
              <a:buSzTx/>
              <a:buFontTx/>
              <a:buAutoNum type="arabicPlain" startAt="3"/>
            </a:pPr>
            <a:r>
              <a:rPr kumimoji="1" lang="en-US" altLang="zh-CN" sz="2800">
                <a:solidFill>
                  <a:srgbClr val="000000"/>
                </a:solidFill>
                <a:latin typeface="Times New Roman" panose="02020603050405020304" pitchFamily="18" charset="0"/>
              </a:rPr>
              <a:t>   a=y</a:t>
            </a:r>
          </a:p>
          <a:p>
            <a:pPr fontAlgn="base">
              <a:spcBef>
                <a:spcPct val="15000"/>
              </a:spcBef>
              <a:spcAft>
                <a:spcPct val="0"/>
              </a:spcAft>
              <a:buClrTx/>
              <a:buSzTx/>
              <a:buFontTx/>
              <a:buAutoNum type="arabicPlain" startAt="4"/>
            </a:pPr>
            <a:r>
              <a:rPr kumimoji="1" lang="en-US" altLang="zh-CN" sz="2800">
                <a:solidFill>
                  <a:srgbClr val="000000"/>
                </a:solidFill>
                <a:latin typeface="Times New Roman" panose="02020603050405020304" pitchFamily="18" charset="0"/>
              </a:rPr>
              <a:t>   y=x-a</a:t>
            </a:r>
          </a:p>
          <a:p>
            <a:pPr fontAlgn="base">
              <a:spcBef>
                <a:spcPct val="15000"/>
              </a:spcBef>
              <a:spcAft>
                <a:spcPct val="0"/>
              </a:spcAft>
              <a:buClrTx/>
              <a:buSzTx/>
              <a:buFontTx/>
              <a:buAutoNum type="arabicPlain" startAt="5"/>
            </a:pPr>
            <a:r>
              <a:rPr kumimoji="1" lang="en-US" altLang="zh-CN" sz="2800">
                <a:solidFill>
                  <a:srgbClr val="000000"/>
                </a:solidFill>
                <a:latin typeface="Times New Roman" panose="02020603050405020304" pitchFamily="18" charset="0"/>
              </a:rPr>
              <a:t>   a&gt;0</a:t>
            </a:r>
          </a:p>
          <a:p>
            <a:pPr fontAlgn="base">
              <a:spcBef>
                <a:spcPct val="15000"/>
              </a:spcBef>
              <a:spcAft>
                <a:spcPct val="0"/>
              </a:spcAft>
              <a:buClrTx/>
              <a:buSzTx/>
              <a:buFontTx/>
              <a:buAutoNum type="arabicPlain" startAt="6"/>
            </a:pPr>
            <a:r>
              <a:rPr kumimoji="1" lang="en-US" altLang="zh-CN" sz="2800">
                <a:solidFill>
                  <a:srgbClr val="000000"/>
                </a:solidFill>
                <a:latin typeface="Times New Roman" panose="02020603050405020304" pitchFamily="18" charset="0"/>
              </a:rPr>
              <a:t>   a&lt;-10</a:t>
            </a:r>
          </a:p>
          <a:p>
            <a:pPr fontAlgn="base">
              <a:spcBef>
                <a:spcPct val="15000"/>
              </a:spcBef>
              <a:spcAft>
                <a:spcPct val="0"/>
              </a:spcAft>
              <a:buClrTx/>
              <a:buSzTx/>
              <a:buFontTx/>
              <a:buAutoNum type="arabicPlain" startAt="7"/>
            </a:pPr>
            <a:r>
              <a:rPr kumimoji="1" lang="en-US" altLang="zh-CN" sz="2800">
                <a:solidFill>
                  <a:srgbClr val="000000"/>
                </a:solidFill>
                <a:latin typeface="Times New Roman" panose="02020603050405020304" pitchFamily="18" charset="0"/>
              </a:rPr>
              <a:t>   a=x</a:t>
            </a:r>
          </a:p>
          <a:p>
            <a:pPr fontAlgn="base">
              <a:spcBef>
                <a:spcPct val="15000"/>
              </a:spcBef>
              <a:spcAft>
                <a:spcPct val="0"/>
              </a:spcAft>
              <a:buClrTx/>
              <a:buSzTx/>
              <a:buFontTx/>
              <a:buAutoNum type="arabicPlain" startAt="8"/>
            </a:pPr>
            <a:r>
              <a:rPr kumimoji="1" lang="en-US" altLang="zh-CN" sz="2800">
                <a:solidFill>
                  <a:srgbClr val="000000"/>
                </a:solidFill>
                <a:latin typeface="Times New Roman" panose="02020603050405020304" pitchFamily="18" charset="0"/>
              </a:rPr>
              <a:t>   a=x+1</a:t>
            </a:r>
          </a:p>
          <a:p>
            <a:pPr fontAlgn="base">
              <a:spcBef>
                <a:spcPct val="15000"/>
              </a:spcBef>
              <a:spcAft>
                <a:spcPct val="0"/>
              </a:spcAft>
              <a:buClrTx/>
              <a:buSzTx/>
              <a:buNone/>
            </a:pPr>
            <a:r>
              <a:rPr kumimoji="1" lang="en-US" altLang="zh-CN" sz="2800">
                <a:solidFill>
                  <a:srgbClr val="000000"/>
                </a:solidFill>
                <a:latin typeface="Times New Roman" panose="02020603050405020304" pitchFamily="18" charset="0"/>
              </a:rPr>
              <a:t>9     println a</a:t>
            </a:r>
          </a:p>
        </p:txBody>
      </p:sp>
      <p:sp>
        <p:nvSpPr>
          <p:cNvPr id="43013" name="Text Box 6">
            <a:extLst>
              <a:ext uri="{FF2B5EF4-FFF2-40B4-BE49-F238E27FC236}">
                <a16:creationId xmlns:a16="http://schemas.microsoft.com/office/drawing/2014/main" id="{831DA379-52CF-C7D8-598A-ED9986963249}"/>
              </a:ext>
            </a:extLst>
          </p:cNvPr>
          <p:cNvSpPr txBox="1">
            <a:spLocks noChangeArrowheads="1"/>
          </p:cNvSpPr>
          <p:nvPr/>
        </p:nvSpPr>
        <p:spPr bwMode="auto">
          <a:xfrm>
            <a:off x="7391400" y="730250"/>
            <a:ext cx="2376488" cy="521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lnSpc>
                <a:spcPct val="130000"/>
              </a:lnSpc>
              <a:spcBef>
                <a:spcPct val="25000"/>
              </a:spcBef>
              <a:spcAft>
                <a:spcPct val="0"/>
              </a:spcAft>
              <a:buClrTx/>
              <a:buSzTx/>
              <a:buNone/>
            </a:pPr>
            <a:r>
              <a:rPr kumimoji="1" lang="zh-CN" altLang="en-US" sz="2000">
                <a:solidFill>
                  <a:srgbClr val="000000"/>
                </a:solidFill>
                <a:latin typeface="Times New Roman" panose="02020603050405020304" pitchFamily="18" charset="0"/>
              </a:rPr>
              <a:t>用例格式：</a:t>
            </a:r>
          </a:p>
          <a:p>
            <a:pPr fontAlgn="base">
              <a:lnSpc>
                <a:spcPct val="130000"/>
              </a:lnSpc>
              <a:spcBef>
                <a:spcPct val="25000"/>
              </a:spcBef>
              <a:spcAft>
                <a:spcPct val="0"/>
              </a:spcAft>
              <a:buClrTx/>
              <a:buSzTx/>
              <a:buNone/>
            </a:pPr>
            <a:r>
              <a:rPr kumimoji="1" lang="en-US" altLang="zh-CN" sz="2000">
                <a:solidFill>
                  <a:srgbClr val="000000"/>
                </a:solidFill>
                <a:latin typeface="Times New Roman" panose="02020603050405020304" pitchFamily="18" charset="0"/>
              </a:rPr>
              <a:t>[</a:t>
            </a:r>
            <a:r>
              <a:rPr kumimoji="1" lang="zh-CN" altLang="en-US" sz="2000">
                <a:solidFill>
                  <a:srgbClr val="000000"/>
                </a:solidFill>
                <a:latin typeface="Times New Roman" panose="02020603050405020304" pitchFamily="18" charset="0"/>
              </a:rPr>
              <a:t>输入，输出</a:t>
            </a:r>
            <a:r>
              <a:rPr kumimoji="1" lang="en-US" altLang="zh-CN" sz="2000">
                <a:solidFill>
                  <a:srgbClr val="000000"/>
                </a:solidFill>
                <a:latin typeface="Times New Roman" panose="02020603050405020304" pitchFamily="18" charset="0"/>
              </a:rPr>
              <a:t>]</a:t>
            </a:r>
          </a:p>
          <a:p>
            <a:pPr fontAlgn="base">
              <a:lnSpc>
                <a:spcPct val="130000"/>
              </a:lnSpc>
              <a:spcBef>
                <a:spcPct val="25000"/>
              </a:spcBef>
              <a:spcAft>
                <a:spcPct val="0"/>
              </a:spcAft>
              <a:buClrTx/>
              <a:buSzTx/>
              <a:buNone/>
            </a:pPr>
            <a:r>
              <a:rPr kumimoji="1" lang="en-US" altLang="zh-CN" sz="2000">
                <a:solidFill>
                  <a:srgbClr val="000000"/>
                </a:solidFill>
                <a:latin typeface="Times New Roman" panose="02020603050405020304" pitchFamily="18" charset="0"/>
              </a:rPr>
              <a:t>[(x, y), (x, y, a)]</a:t>
            </a:r>
          </a:p>
          <a:p>
            <a:pPr fontAlgn="base">
              <a:lnSpc>
                <a:spcPct val="130000"/>
              </a:lnSpc>
              <a:spcBef>
                <a:spcPct val="25000"/>
              </a:spcBef>
              <a:spcAft>
                <a:spcPct val="0"/>
              </a:spcAft>
              <a:buClrTx/>
              <a:buSzTx/>
              <a:buNone/>
            </a:pPr>
            <a:r>
              <a:rPr kumimoji="1" lang="en-US" altLang="zh-CN" sz="2000">
                <a:solidFill>
                  <a:srgbClr val="000000"/>
                </a:solidFill>
                <a:latin typeface="Times New Roman" panose="02020603050405020304" pitchFamily="18" charset="0"/>
              </a:rPr>
              <a:t>(1) 1-3-4-5-6-8-9</a:t>
            </a:r>
          </a:p>
          <a:p>
            <a:pPr fontAlgn="base">
              <a:lnSpc>
                <a:spcPct val="130000"/>
              </a:lnSpc>
              <a:spcBef>
                <a:spcPct val="25000"/>
              </a:spcBef>
              <a:spcAft>
                <a:spcPct val="0"/>
              </a:spcAft>
              <a:buClrTx/>
              <a:buSzTx/>
              <a:buNone/>
            </a:pPr>
            <a:r>
              <a:rPr kumimoji="1" lang="en-US" altLang="zh-CN" sz="2000">
                <a:solidFill>
                  <a:srgbClr val="3B812F"/>
                </a:solidFill>
                <a:latin typeface="Times New Roman" panose="02020603050405020304" pitchFamily="18" charset="0"/>
              </a:rPr>
              <a:t>[(0, -5), (0, 5, 1)]</a:t>
            </a:r>
          </a:p>
          <a:p>
            <a:pPr fontAlgn="base">
              <a:lnSpc>
                <a:spcPct val="130000"/>
              </a:lnSpc>
              <a:spcBef>
                <a:spcPct val="25000"/>
              </a:spcBef>
              <a:spcAft>
                <a:spcPct val="0"/>
              </a:spcAft>
              <a:buClrTx/>
              <a:buSzTx/>
              <a:buNone/>
            </a:pPr>
            <a:r>
              <a:rPr kumimoji="1" lang="en-US" altLang="zh-CN" sz="2000">
                <a:solidFill>
                  <a:srgbClr val="000000"/>
                </a:solidFill>
                <a:latin typeface="Times New Roman" panose="02020603050405020304" pitchFamily="18" charset="0"/>
              </a:rPr>
              <a:t>(2) 1-3-4-5-6-7-9</a:t>
            </a:r>
          </a:p>
          <a:p>
            <a:pPr fontAlgn="base">
              <a:lnSpc>
                <a:spcPct val="130000"/>
              </a:lnSpc>
              <a:spcBef>
                <a:spcPct val="25000"/>
              </a:spcBef>
              <a:spcAft>
                <a:spcPct val="0"/>
              </a:spcAft>
              <a:buClrTx/>
              <a:buSzTx/>
              <a:buNone/>
            </a:pPr>
            <a:r>
              <a:rPr kumimoji="1" lang="en-US" altLang="zh-CN" sz="2000">
                <a:solidFill>
                  <a:srgbClr val="3B812F"/>
                </a:solidFill>
                <a:latin typeface="Times New Roman" panose="02020603050405020304" pitchFamily="18" charset="0"/>
              </a:rPr>
              <a:t>[(0, -15), (0, 15, 0)]</a:t>
            </a:r>
            <a:endParaRPr kumimoji="1" lang="en-US" altLang="zh-CN" sz="2000">
              <a:solidFill>
                <a:srgbClr val="000000"/>
              </a:solidFill>
              <a:latin typeface="Times New Roman" panose="02020603050405020304" pitchFamily="18" charset="0"/>
            </a:endParaRPr>
          </a:p>
          <a:p>
            <a:pPr fontAlgn="base">
              <a:lnSpc>
                <a:spcPct val="130000"/>
              </a:lnSpc>
              <a:spcBef>
                <a:spcPct val="25000"/>
              </a:spcBef>
              <a:spcAft>
                <a:spcPct val="0"/>
              </a:spcAft>
              <a:buClrTx/>
              <a:buSzTx/>
              <a:buNone/>
            </a:pPr>
            <a:r>
              <a:rPr kumimoji="1" lang="en-US" altLang="zh-CN" sz="2000">
                <a:solidFill>
                  <a:srgbClr val="000000"/>
                </a:solidFill>
                <a:latin typeface="Times New Roman" panose="02020603050405020304" pitchFamily="18" charset="0"/>
              </a:rPr>
              <a:t>(3) 1-3-4-5-7-9</a:t>
            </a:r>
          </a:p>
          <a:p>
            <a:pPr fontAlgn="base">
              <a:lnSpc>
                <a:spcPct val="130000"/>
              </a:lnSpc>
              <a:spcBef>
                <a:spcPct val="25000"/>
              </a:spcBef>
              <a:spcAft>
                <a:spcPct val="0"/>
              </a:spcAft>
              <a:buClrTx/>
              <a:buSzTx/>
              <a:buNone/>
            </a:pPr>
            <a:r>
              <a:rPr kumimoji="1" lang="en-US" altLang="zh-CN" sz="2000">
                <a:solidFill>
                  <a:srgbClr val="3B812F"/>
                </a:solidFill>
                <a:latin typeface="Times New Roman" panose="02020603050405020304" pitchFamily="18" charset="0"/>
              </a:rPr>
              <a:t>[(0, 1), (0, -1, 0)]</a:t>
            </a:r>
            <a:endParaRPr kumimoji="1" lang="en-US" altLang="zh-CN" sz="2000">
              <a:solidFill>
                <a:srgbClr val="000000"/>
              </a:solidFill>
              <a:latin typeface="Times New Roman" panose="02020603050405020304" pitchFamily="18" charset="0"/>
            </a:endParaRPr>
          </a:p>
          <a:p>
            <a:pPr fontAlgn="base">
              <a:lnSpc>
                <a:spcPct val="130000"/>
              </a:lnSpc>
              <a:spcBef>
                <a:spcPct val="25000"/>
              </a:spcBef>
              <a:spcAft>
                <a:spcPct val="0"/>
              </a:spcAft>
              <a:buClrTx/>
              <a:buSzTx/>
              <a:buNone/>
            </a:pPr>
            <a:r>
              <a:rPr kumimoji="1" lang="en-US" altLang="zh-CN" sz="2000">
                <a:solidFill>
                  <a:srgbClr val="000000"/>
                </a:solidFill>
                <a:latin typeface="Times New Roman" panose="02020603050405020304" pitchFamily="18" charset="0"/>
              </a:rPr>
              <a:t>(4) 1-2-4-5-7-9</a:t>
            </a:r>
          </a:p>
          <a:p>
            <a:pPr fontAlgn="base">
              <a:lnSpc>
                <a:spcPct val="130000"/>
              </a:lnSpc>
              <a:spcBef>
                <a:spcPct val="25000"/>
              </a:spcBef>
              <a:spcAft>
                <a:spcPct val="0"/>
              </a:spcAft>
              <a:buClrTx/>
              <a:buSzTx/>
              <a:buNone/>
            </a:pPr>
            <a:r>
              <a:rPr kumimoji="1" lang="en-US" altLang="zh-CN" sz="2000">
                <a:solidFill>
                  <a:srgbClr val="3B812F"/>
                </a:solidFill>
                <a:latin typeface="Times New Roman" panose="02020603050405020304" pitchFamily="18" charset="0"/>
              </a:rPr>
              <a:t>[(0, 0), (0, -1, 0)]</a:t>
            </a:r>
            <a:endParaRPr kumimoji="1" lang="zh-CN" altLang="en-US" sz="2000">
              <a:solidFill>
                <a:srgbClr val="3B812F"/>
              </a:solidFill>
              <a:latin typeface="Times New Roman" panose="02020603050405020304" pitchFamily="18" charset="0"/>
            </a:endParaRPr>
          </a:p>
        </p:txBody>
      </p:sp>
      <p:sp>
        <p:nvSpPr>
          <p:cNvPr id="43014" name="Text Box 5">
            <a:extLst>
              <a:ext uri="{FF2B5EF4-FFF2-40B4-BE49-F238E27FC236}">
                <a16:creationId xmlns:a16="http://schemas.microsoft.com/office/drawing/2014/main" id="{879E56B9-2D29-BBBC-A2B7-1DE139C517BE}"/>
              </a:ext>
            </a:extLst>
          </p:cNvPr>
          <p:cNvSpPr txBox="1">
            <a:spLocks noChangeArrowheads="1"/>
          </p:cNvSpPr>
          <p:nvPr/>
        </p:nvSpPr>
        <p:spPr bwMode="auto">
          <a:xfrm>
            <a:off x="1992313" y="333376"/>
            <a:ext cx="25193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pPr>
            <a:r>
              <a:rPr lang="zh-CN" altLang="en-US" sz="2800" b="1">
                <a:solidFill>
                  <a:srgbClr val="3B812F"/>
                </a:solidFill>
              </a:rPr>
              <a:t>基本路径测试</a:t>
            </a:r>
          </a:p>
        </p:txBody>
      </p:sp>
      <p:sp>
        <p:nvSpPr>
          <p:cNvPr id="43015" name="Text Box 6">
            <a:extLst>
              <a:ext uri="{FF2B5EF4-FFF2-40B4-BE49-F238E27FC236}">
                <a16:creationId xmlns:a16="http://schemas.microsoft.com/office/drawing/2014/main" id="{06FE41D6-BDBE-E76F-F259-B1E9B3A99B3A}"/>
              </a:ext>
            </a:extLst>
          </p:cNvPr>
          <p:cNvSpPr txBox="1">
            <a:spLocks noChangeArrowheads="1"/>
          </p:cNvSpPr>
          <p:nvPr/>
        </p:nvSpPr>
        <p:spPr bwMode="auto">
          <a:xfrm>
            <a:off x="6311900" y="549275"/>
            <a:ext cx="43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pPr>
            <a:r>
              <a:rPr lang="en-US" altLang="zh-CN">
                <a:solidFill>
                  <a:srgbClr val="FF0000"/>
                </a:solidFill>
              </a:rPr>
              <a:t>Y</a:t>
            </a:r>
          </a:p>
        </p:txBody>
      </p:sp>
      <p:sp>
        <p:nvSpPr>
          <p:cNvPr id="43016" name="Text Box 7">
            <a:extLst>
              <a:ext uri="{FF2B5EF4-FFF2-40B4-BE49-F238E27FC236}">
                <a16:creationId xmlns:a16="http://schemas.microsoft.com/office/drawing/2014/main" id="{E8011E90-DDB3-7805-C4FD-8FD710DA7014}"/>
              </a:ext>
            </a:extLst>
          </p:cNvPr>
          <p:cNvSpPr txBox="1">
            <a:spLocks noChangeArrowheads="1"/>
          </p:cNvSpPr>
          <p:nvPr/>
        </p:nvSpPr>
        <p:spPr bwMode="auto">
          <a:xfrm>
            <a:off x="5087938" y="549275"/>
            <a:ext cx="43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pPr>
            <a:r>
              <a:rPr lang="en-US" altLang="zh-CN">
                <a:solidFill>
                  <a:srgbClr val="FF0000"/>
                </a:solidFill>
              </a:rPr>
              <a:t>N</a:t>
            </a:r>
          </a:p>
        </p:txBody>
      </p:sp>
      <p:sp>
        <p:nvSpPr>
          <p:cNvPr id="43017" name="Text Box 8">
            <a:extLst>
              <a:ext uri="{FF2B5EF4-FFF2-40B4-BE49-F238E27FC236}">
                <a16:creationId xmlns:a16="http://schemas.microsoft.com/office/drawing/2014/main" id="{CDCE797F-85C5-5188-3C21-EB57E941D89D}"/>
              </a:ext>
            </a:extLst>
          </p:cNvPr>
          <p:cNvSpPr txBox="1">
            <a:spLocks noChangeArrowheads="1"/>
          </p:cNvSpPr>
          <p:nvPr/>
        </p:nvSpPr>
        <p:spPr bwMode="auto">
          <a:xfrm>
            <a:off x="5951538" y="3908425"/>
            <a:ext cx="43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pPr>
            <a:r>
              <a:rPr lang="en-US" altLang="zh-CN">
                <a:solidFill>
                  <a:srgbClr val="FF0000"/>
                </a:solidFill>
              </a:rPr>
              <a:t>Y</a:t>
            </a:r>
          </a:p>
        </p:txBody>
      </p:sp>
      <p:sp>
        <p:nvSpPr>
          <p:cNvPr id="43018" name="Text Box 9">
            <a:extLst>
              <a:ext uri="{FF2B5EF4-FFF2-40B4-BE49-F238E27FC236}">
                <a16:creationId xmlns:a16="http://schemas.microsoft.com/office/drawing/2014/main" id="{ED82CB5A-6A55-EE26-AAEE-1FA361F8E19C}"/>
              </a:ext>
            </a:extLst>
          </p:cNvPr>
          <p:cNvSpPr txBox="1">
            <a:spLocks noChangeArrowheads="1"/>
          </p:cNvSpPr>
          <p:nvPr/>
        </p:nvSpPr>
        <p:spPr bwMode="auto">
          <a:xfrm>
            <a:off x="5159375" y="3332163"/>
            <a:ext cx="43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pPr>
            <a:r>
              <a:rPr lang="en-US" altLang="zh-CN">
                <a:solidFill>
                  <a:srgbClr val="FF0000"/>
                </a:solidFill>
              </a:rPr>
              <a:t>N</a:t>
            </a:r>
          </a:p>
        </p:txBody>
      </p:sp>
      <p:sp>
        <p:nvSpPr>
          <p:cNvPr id="43019" name="Text Box 10">
            <a:extLst>
              <a:ext uri="{FF2B5EF4-FFF2-40B4-BE49-F238E27FC236}">
                <a16:creationId xmlns:a16="http://schemas.microsoft.com/office/drawing/2014/main" id="{580150E2-F046-32C5-44C1-C2237A739740}"/>
              </a:ext>
            </a:extLst>
          </p:cNvPr>
          <p:cNvSpPr txBox="1">
            <a:spLocks noChangeArrowheads="1"/>
          </p:cNvSpPr>
          <p:nvPr/>
        </p:nvSpPr>
        <p:spPr bwMode="auto">
          <a:xfrm>
            <a:off x="4295775" y="4267200"/>
            <a:ext cx="43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pPr>
            <a:r>
              <a:rPr lang="en-US" altLang="zh-CN">
                <a:solidFill>
                  <a:srgbClr val="FF0000"/>
                </a:solidFill>
              </a:rPr>
              <a:t>N</a:t>
            </a:r>
          </a:p>
        </p:txBody>
      </p:sp>
      <p:sp>
        <p:nvSpPr>
          <p:cNvPr id="43020" name="Text Box 11">
            <a:extLst>
              <a:ext uri="{FF2B5EF4-FFF2-40B4-BE49-F238E27FC236}">
                <a16:creationId xmlns:a16="http://schemas.microsoft.com/office/drawing/2014/main" id="{898AB98C-6BCC-7E4F-04EB-013F16611AC7}"/>
              </a:ext>
            </a:extLst>
          </p:cNvPr>
          <p:cNvSpPr txBox="1">
            <a:spLocks noChangeArrowheads="1"/>
          </p:cNvSpPr>
          <p:nvPr/>
        </p:nvSpPr>
        <p:spPr bwMode="auto">
          <a:xfrm>
            <a:off x="5375275" y="4292600"/>
            <a:ext cx="43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pPr>
            <a:r>
              <a:rPr lang="en-US" altLang="zh-CN">
                <a:solidFill>
                  <a:srgbClr val="FF0000"/>
                </a:solidFill>
              </a:rPr>
              <a:t>Y</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6">
            <a:extLst>
              <a:ext uri="{FF2B5EF4-FFF2-40B4-BE49-F238E27FC236}">
                <a16:creationId xmlns:a16="http://schemas.microsoft.com/office/drawing/2014/main" id="{88586E6E-9E2B-1C68-0843-E631059E780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3ABB6555-04A9-4F70-A6C0-4230EEA287F6}" type="slidenum">
              <a:rPr lang="en-US" altLang="zh-CN" sz="1200">
                <a:solidFill>
                  <a:srgbClr val="000000"/>
                </a:solidFill>
                <a:latin typeface="Arial" panose="020B0604020202020204" pitchFamily="34" charset="0"/>
              </a:rPr>
              <a:pPr fontAlgn="base">
                <a:spcBef>
                  <a:spcPct val="0"/>
                </a:spcBef>
                <a:spcAft>
                  <a:spcPct val="0"/>
                </a:spcAft>
              </a:pPr>
              <a:t>44</a:t>
            </a:fld>
            <a:endParaRPr lang="en-US" altLang="zh-CN" sz="1200">
              <a:solidFill>
                <a:srgbClr val="000000"/>
              </a:solidFill>
              <a:latin typeface="Arial" panose="020B0604020202020204" pitchFamily="34" charset="0"/>
            </a:endParaRPr>
          </a:p>
        </p:txBody>
      </p:sp>
      <p:sp>
        <p:nvSpPr>
          <p:cNvPr id="44035" name="Rectangle 4">
            <a:extLst>
              <a:ext uri="{FF2B5EF4-FFF2-40B4-BE49-F238E27FC236}">
                <a16:creationId xmlns:a16="http://schemas.microsoft.com/office/drawing/2014/main" id="{C587C5E7-7BBC-0383-11E6-604E5D16BBAC}"/>
              </a:ext>
            </a:extLst>
          </p:cNvPr>
          <p:cNvSpPr>
            <a:spLocks noChangeArrowheads="1"/>
          </p:cNvSpPr>
          <p:nvPr/>
        </p:nvSpPr>
        <p:spPr bwMode="auto">
          <a:xfrm>
            <a:off x="2057400" y="457200"/>
            <a:ext cx="4495800" cy="5570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Aft>
                <a:spcPct val="0"/>
              </a:spcAft>
              <a:buClrTx/>
              <a:buSzTx/>
              <a:buNone/>
            </a:pPr>
            <a:r>
              <a:rPr kumimoji="1" lang="en-US" altLang="zh-CN" sz="2000">
                <a:solidFill>
                  <a:srgbClr val="000000"/>
                </a:solidFill>
                <a:latin typeface="Times New Roman" panose="02020603050405020304" pitchFamily="18" charset="0"/>
              </a:rPr>
              <a:t>(1)    void myflow (int x, int y) {</a:t>
            </a:r>
          </a:p>
          <a:p>
            <a:pPr fontAlgn="base">
              <a:spcAft>
                <a:spcPct val="0"/>
              </a:spcAft>
              <a:buClrTx/>
              <a:buSzTx/>
              <a:buNone/>
            </a:pPr>
            <a:r>
              <a:rPr kumimoji="1" lang="en-US" altLang="zh-CN" sz="2000">
                <a:solidFill>
                  <a:srgbClr val="000000"/>
                </a:solidFill>
                <a:latin typeface="Times New Roman" panose="02020603050405020304" pitchFamily="18" charset="0"/>
              </a:rPr>
              <a:t>(2) 	int a;</a:t>
            </a:r>
          </a:p>
          <a:p>
            <a:pPr fontAlgn="base">
              <a:spcAft>
                <a:spcPct val="0"/>
              </a:spcAft>
              <a:buClrTx/>
              <a:buSzTx/>
              <a:buNone/>
            </a:pPr>
            <a:r>
              <a:rPr kumimoji="1" lang="en-US" altLang="zh-CN" sz="2000">
                <a:solidFill>
                  <a:srgbClr val="000000"/>
                </a:solidFill>
                <a:latin typeface="Times New Roman" panose="02020603050405020304" pitchFamily="18" charset="0"/>
              </a:rPr>
              <a:t>(3) 	if (y = = 0) {</a:t>
            </a:r>
          </a:p>
          <a:p>
            <a:pPr fontAlgn="base">
              <a:spcAft>
                <a:spcPct val="0"/>
              </a:spcAft>
              <a:buClrTx/>
              <a:buSzTx/>
              <a:buNone/>
            </a:pPr>
            <a:r>
              <a:rPr kumimoji="1" lang="en-US" altLang="zh-CN" sz="2000">
                <a:solidFill>
                  <a:srgbClr val="000000"/>
                </a:solidFill>
                <a:latin typeface="Times New Roman" panose="02020603050405020304" pitchFamily="18" charset="0"/>
              </a:rPr>
              <a:t>(4) 		a = 1;</a:t>
            </a:r>
          </a:p>
          <a:p>
            <a:pPr fontAlgn="base">
              <a:spcAft>
                <a:spcPct val="0"/>
              </a:spcAft>
              <a:buClrTx/>
              <a:buSzTx/>
              <a:buNone/>
            </a:pPr>
            <a:r>
              <a:rPr kumimoji="1" lang="en-US" altLang="zh-CN" sz="2000">
                <a:solidFill>
                  <a:srgbClr val="000000"/>
                </a:solidFill>
                <a:latin typeface="Times New Roman" panose="02020603050405020304" pitchFamily="18" charset="0"/>
              </a:rPr>
              <a:t>(5) 	} else {</a:t>
            </a:r>
          </a:p>
          <a:p>
            <a:pPr fontAlgn="base">
              <a:spcAft>
                <a:spcPct val="0"/>
              </a:spcAft>
              <a:buClrTx/>
              <a:buSzTx/>
              <a:buNone/>
            </a:pPr>
            <a:r>
              <a:rPr kumimoji="1" lang="en-US" altLang="zh-CN" sz="2000">
                <a:solidFill>
                  <a:srgbClr val="000000"/>
                </a:solidFill>
                <a:latin typeface="Times New Roman" panose="02020603050405020304" pitchFamily="18" charset="0"/>
              </a:rPr>
              <a:t>(6) 		a = y;</a:t>
            </a:r>
          </a:p>
          <a:p>
            <a:pPr fontAlgn="base">
              <a:spcAft>
                <a:spcPct val="0"/>
              </a:spcAft>
              <a:buClrTx/>
              <a:buSzTx/>
              <a:buNone/>
            </a:pPr>
            <a:r>
              <a:rPr kumimoji="1" lang="en-US" altLang="zh-CN" sz="2000">
                <a:solidFill>
                  <a:srgbClr val="000000"/>
                </a:solidFill>
                <a:latin typeface="Times New Roman" panose="02020603050405020304" pitchFamily="18" charset="0"/>
              </a:rPr>
              <a:t>(7) 	  }</a:t>
            </a:r>
          </a:p>
          <a:p>
            <a:pPr fontAlgn="base">
              <a:spcAft>
                <a:spcPct val="0"/>
              </a:spcAft>
              <a:buClrTx/>
              <a:buSzTx/>
              <a:buNone/>
            </a:pPr>
            <a:r>
              <a:rPr kumimoji="1" lang="en-US" altLang="zh-CN" sz="2000">
                <a:solidFill>
                  <a:srgbClr val="000000"/>
                </a:solidFill>
                <a:latin typeface="Times New Roman" panose="02020603050405020304" pitchFamily="18" charset="0"/>
              </a:rPr>
              <a:t>(8) 	y = x – a;</a:t>
            </a:r>
          </a:p>
          <a:p>
            <a:pPr fontAlgn="base">
              <a:spcAft>
                <a:spcPct val="0"/>
              </a:spcAft>
              <a:buClrTx/>
              <a:buSzTx/>
              <a:buNone/>
            </a:pPr>
            <a:r>
              <a:rPr kumimoji="1" lang="en-US" altLang="zh-CN" sz="2000">
                <a:solidFill>
                  <a:srgbClr val="000000"/>
                </a:solidFill>
                <a:latin typeface="Times New Roman" panose="02020603050405020304" pitchFamily="18" charset="0"/>
              </a:rPr>
              <a:t>(9) 	if ((a &gt; 0) || ( a &lt; -10) ) {</a:t>
            </a:r>
          </a:p>
          <a:p>
            <a:pPr fontAlgn="base">
              <a:spcAft>
                <a:spcPct val="0"/>
              </a:spcAft>
              <a:buClrTx/>
              <a:buSzTx/>
              <a:buNone/>
            </a:pPr>
            <a:r>
              <a:rPr kumimoji="1" lang="en-US" altLang="zh-CN" sz="2000">
                <a:solidFill>
                  <a:srgbClr val="000000"/>
                </a:solidFill>
                <a:latin typeface="Times New Roman" panose="02020603050405020304" pitchFamily="18" charset="0"/>
              </a:rPr>
              <a:t>(10) 		a = x;</a:t>
            </a:r>
          </a:p>
          <a:p>
            <a:pPr fontAlgn="base">
              <a:spcAft>
                <a:spcPct val="0"/>
              </a:spcAft>
              <a:buClrTx/>
              <a:buSzTx/>
              <a:buNone/>
            </a:pPr>
            <a:r>
              <a:rPr kumimoji="1" lang="en-US" altLang="zh-CN" sz="2000">
                <a:solidFill>
                  <a:srgbClr val="000000"/>
                </a:solidFill>
                <a:latin typeface="Times New Roman" panose="02020603050405020304" pitchFamily="18" charset="0"/>
              </a:rPr>
              <a:t>(11) 	} else {</a:t>
            </a:r>
          </a:p>
          <a:p>
            <a:pPr fontAlgn="base">
              <a:spcAft>
                <a:spcPct val="0"/>
              </a:spcAft>
              <a:buClrTx/>
              <a:buSzTx/>
              <a:buNone/>
            </a:pPr>
            <a:r>
              <a:rPr kumimoji="1" lang="en-US" altLang="zh-CN" sz="2000">
                <a:solidFill>
                  <a:srgbClr val="000000"/>
                </a:solidFill>
                <a:latin typeface="Times New Roman" panose="02020603050405020304" pitchFamily="18" charset="0"/>
              </a:rPr>
              <a:t>(12) 		a = x + 1;</a:t>
            </a:r>
          </a:p>
          <a:p>
            <a:pPr fontAlgn="base">
              <a:spcAft>
                <a:spcPct val="0"/>
              </a:spcAft>
              <a:buClrTx/>
              <a:buSzTx/>
              <a:buNone/>
            </a:pPr>
            <a:r>
              <a:rPr kumimoji="1" lang="en-US" altLang="zh-CN" sz="2000">
                <a:solidFill>
                  <a:srgbClr val="000000"/>
                </a:solidFill>
                <a:latin typeface="Times New Roman" panose="02020603050405020304" pitchFamily="18" charset="0"/>
              </a:rPr>
              <a:t>(13) 	  }</a:t>
            </a:r>
          </a:p>
          <a:p>
            <a:pPr fontAlgn="base">
              <a:spcAft>
                <a:spcPct val="0"/>
              </a:spcAft>
              <a:buClrTx/>
              <a:buSzTx/>
              <a:buNone/>
            </a:pPr>
            <a:r>
              <a:rPr kumimoji="1" lang="en-US" altLang="zh-CN" sz="2000">
                <a:solidFill>
                  <a:srgbClr val="000000"/>
                </a:solidFill>
                <a:latin typeface="Times New Roman" panose="02020603050405020304" pitchFamily="18" charset="0"/>
              </a:rPr>
              <a:t>(14) 	printf(“%d\n”, a);</a:t>
            </a:r>
          </a:p>
          <a:p>
            <a:pPr fontAlgn="base">
              <a:spcAft>
                <a:spcPct val="0"/>
              </a:spcAft>
              <a:buClrTx/>
              <a:buSzTx/>
              <a:buNone/>
            </a:pPr>
            <a:r>
              <a:rPr kumimoji="1" lang="en-US" altLang="zh-CN" sz="2000">
                <a:solidFill>
                  <a:srgbClr val="000000"/>
                </a:solidFill>
                <a:latin typeface="Times New Roman" panose="02020603050405020304" pitchFamily="18" charset="0"/>
              </a:rPr>
              <a:t>(15)   }</a:t>
            </a:r>
          </a:p>
        </p:txBody>
      </p:sp>
      <p:sp>
        <p:nvSpPr>
          <p:cNvPr id="44036" name="Text Box 5">
            <a:extLst>
              <a:ext uri="{FF2B5EF4-FFF2-40B4-BE49-F238E27FC236}">
                <a16:creationId xmlns:a16="http://schemas.microsoft.com/office/drawing/2014/main" id="{C1DF671B-6238-F3CA-622D-C3BD7F07F19E}"/>
              </a:ext>
            </a:extLst>
          </p:cNvPr>
          <p:cNvSpPr txBox="1">
            <a:spLocks noChangeArrowheads="1"/>
          </p:cNvSpPr>
          <p:nvPr/>
        </p:nvSpPr>
        <p:spPr bwMode="auto">
          <a:xfrm>
            <a:off x="6311900" y="1196976"/>
            <a:ext cx="3810000" cy="415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50000"/>
              </a:spcBef>
              <a:spcAft>
                <a:spcPct val="0"/>
              </a:spcAft>
              <a:buClrTx/>
              <a:buSzTx/>
              <a:buNone/>
            </a:pPr>
            <a:r>
              <a:rPr kumimoji="1" lang="zh-CN" altLang="en-US" sz="2800">
                <a:solidFill>
                  <a:srgbClr val="FF0000"/>
                </a:solidFill>
                <a:latin typeface="Times New Roman" panose="02020603050405020304" pitchFamily="18" charset="0"/>
              </a:rPr>
              <a:t>语句测试：</a:t>
            </a:r>
          </a:p>
          <a:p>
            <a:pPr fontAlgn="base">
              <a:lnSpc>
                <a:spcPct val="150000"/>
              </a:lnSpc>
              <a:spcBef>
                <a:spcPct val="50000"/>
              </a:spcBef>
              <a:spcAft>
                <a:spcPct val="0"/>
              </a:spcAft>
              <a:buClrTx/>
              <a:buSzTx/>
              <a:buNone/>
            </a:pPr>
            <a:r>
              <a:rPr kumimoji="1" lang="zh-CN" altLang="en-US" sz="2800">
                <a:solidFill>
                  <a:srgbClr val="000000"/>
                </a:solidFill>
                <a:latin typeface="Times New Roman" panose="02020603050405020304" pitchFamily="18" charset="0"/>
              </a:rPr>
              <a:t>用例</a:t>
            </a:r>
            <a:r>
              <a:rPr kumimoji="1" lang="en-US" altLang="zh-CN" sz="2800">
                <a:solidFill>
                  <a:srgbClr val="000000"/>
                </a:solidFill>
                <a:latin typeface="Times New Roman" panose="02020603050405020304" pitchFamily="18" charset="0"/>
              </a:rPr>
              <a:t>1</a:t>
            </a:r>
            <a:r>
              <a:rPr kumimoji="1" lang="zh-CN" altLang="en-US" sz="2800">
                <a:solidFill>
                  <a:srgbClr val="000000"/>
                </a:solidFill>
                <a:latin typeface="Times New Roman" panose="02020603050405020304" pitchFamily="18" charset="0"/>
              </a:rPr>
              <a:t>：</a:t>
            </a:r>
            <a:r>
              <a:rPr kumimoji="1" lang="en-US" altLang="zh-CN" sz="2800">
                <a:solidFill>
                  <a:srgbClr val="000000"/>
                </a:solidFill>
                <a:latin typeface="Times New Roman" panose="02020603050405020304" pitchFamily="18" charset="0"/>
              </a:rPr>
              <a:t>([(1,0), (1,0,1)])</a:t>
            </a:r>
          </a:p>
          <a:p>
            <a:pPr fontAlgn="base">
              <a:lnSpc>
                <a:spcPct val="150000"/>
              </a:lnSpc>
              <a:spcBef>
                <a:spcPct val="50000"/>
              </a:spcBef>
              <a:spcAft>
                <a:spcPct val="0"/>
              </a:spcAft>
              <a:buClrTx/>
              <a:buSzTx/>
              <a:buNone/>
            </a:pPr>
            <a:r>
              <a:rPr kumimoji="1" lang="en-US" altLang="zh-CN" sz="2800">
                <a:solidFill>
                  <a:srgbClr val="000000"/>
                </a:solidFill>
                <a:latin typeface="Times New Roman" panose="02020603050405020304" pitchFamily="18" charset="0"/>
              </a:rPr>
              <a:t>//</a:t>
            </a:r>
            <a:r>
              <a:rPr kumimoji="1" lang="zh-CN" altLang="en-US" sz="2800">
                <a:solidFill>
                  <a:srgbClr val="000000"/>
                </a:solidFill>
                <a:latin typeface="Times New Roman" panose="02020603050405020304" pitchFamily="18" charset="0"/>
              </a:rPr>
              <a:t>执行</a:t>
            </a:r>
            <a:r>
              <a:rPr kumimoji="1" lang="en-US" altLang="zh-CN" sz="2800">
                <a:solidFill>
                  <a:srgbClr val="000000"/>
                </a:solidFill>
                <a:latin typeface="Times New Roman" panose="02020603050405020304" pitchFamily="18" charset="0"/>
              </a:rPr>
              <a:t>(4), (8), (10), (14)</a:t>
            </a:r>
          </a:p>
          <a:p>
            <a:pPr fontAlgn="base">
              <a:lnSpc>
                <a:spcPct val="150000"/>
              </a:lnSpc>
              <a:spcBef>
                <a:spcPct val="50000"/>
              </a:spcBef>
              <a:spcAft>
                <a:spcPct val="0"/>
              </a:spcAft>
              <a:buClrTx/>
              <a:buSzTx/>
              <a:buNone/>
            </a:pPr>
            <a:r>
              <a:rPr kumimoji="1" lang="zh-CN" altLang="en-US" sz="2800">
                <a:solidFill>
                  <a:srgbClr val="000000"/>
                </a:solidFill>
                <a:latin typeface="Times New Roman" panose="02020603050405020304" pitchFamily="18" charset="0"/>
              </a:rPr>
              <a:t>用例</a:t>
            </a:r>
            <a:r>
              <a:rPr kumimoji="1" lang="en-US" altLang="zh-CN" sz="2800">
                <a:solidFill>
                  <a:srgbClr val="000000"/>
                </a:solidFill>
                <a:latin typeface="Times New Roman" panose="02020603050405020304" pitchFamily="18" charset="0"/>
              </a:rPr>
              <a:t>2</a:t>
            </a:r>
            <a:r>
              <a:rPr kumimoji="1" lang="zh-CN" altLang="en-US" sz="2800">
                <a:solidFill>
                  <a:srgbClr val="000000"/>
                </a:solidFill>
                <a:latin typeface="Times New Roman" panose="02020603050405020304" pitchFamily="18" charset="0"/>
              </a:rPr>
              <a:t>：</a:t>
            </a:r>
            <a:r>
              <a:rPr kumimoji="1" lang="en-US" altLang="zh-CN" sz="2800">
                <a:solidFill>
                  <a:srgbClr val="000000"/>
                </a:solidFill>
                <a:latin typeface="Times New Roman" panose="02020603050405020304" pitchFamily="18" charset="0"/>
              </a:rPr>
              <a:t>([(1,-1), (1,2,2)])</a:t>
            </a:r>
          </a:p>
          <a:p>
            <a:pPr fontAlgn="base">
              <a:lnSpc>
                <a:spcPct val="150000"/>
              </a:lnSpc>
              <a:spcBef>
                <a:spcPct val="50000"/>
              </a:spcBef>
              <a:spcAft>
                <a:spcPct val="0"/>
              </a:spcAft>
              <a:buClrTx/>
              <a:buSzTx/>
              <a:buNone/>
            </a:pPr>
            <a:r>
              <a:rPr kumimoji="1" lang="en-US" altLang="zh-CN" sz="2800">
                <a:solidFill>
                  <a:srgbClr val="000000"/>
                </a:solidFill>
                <a:latin typeface="Times New Roman" panose="02020603050405020304" pitchFamily="18" charset="0"/>
              </a:rPr>
              <a:t>//</a:t>
            </a:r>
            <a:r>
              <a:rPr kumimoji="1" lang="zh-CN" altLang="en-US" sz="2800">
                <a:solidFill>
                  <a:srgbClr val="000000"/>
                </a:solidFill>
                <a:latin typeface="Times New Roman" panose="02020603050405020304" pitchFamily="18" charset="0"/>
              </a:rPr>
              <a:t>执行</a:t>
            </a:r>
            <a:r>
              <a:rPr kumimoji="1" lang="en-US" altLang="zh-CN" sz="2800">
                <a:solidFill>
                  <a:srgbClr val="000000"/>
                </a:solidFill>
                <a:latin typeface="Times New Roman" panose="02020603050405020304" pitchFamily="18" charset="0"/>
              </a:rPr>
              <a:t>(6), (8), (12), (14)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6">
            <a:extLst>
              <a:ext uri="{FF2B5EF4-FFF2-40B4-BE49-F238E27FC236}">
                <a16:creationId xmlns:a16="http://schemas.microsoft.com/office/drawing/2014/main" id="{2EDB20BB-6A91-C2F5-F7F5-6032BE24BFD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0E588E4D-FC49-433E-8112-A69EBF3A9BEA}" type="slidenum">
              <a:rPr lang="en-US" altLang="zh-CN" sz="1200">
                <a:solidFill>
                  <a:srgbClr val="000000"/>
                </a:solidFill>
                <a:latin typeface="Arial" panose="020B0604020202020204" pitchFamily="34" charset="0"/>
              </a:rPr>
              <a:pPr fontAlgn="base">
                <a:spcBef>
                  <a:spcPct val="0"/>
                </a:spcBef>
                <a:spcAft>
                  <a:spcPct val="0"/>
                </a:spcAft>
              </a:pPr>
              <a:t>45</a:t>
            </a:fld>
            <a:endParaRPr lang="en-US" altLang="zh-CN" sz="1200">
              <a:solidFill>
                <a:srgbClr val="000000"/>
              </a:solidFill>
              <a:latin typeface="Arial" panose="020B0604020202020204" pitchFamily="34" charset="0"/>
            </a:endParaRPr>
          </a:p>
        </p:txBody>
      </p:sp>
      <p:pic>
        <p:nvPicPr>
          <p:cNvPr id="45059" name="Picture 3" descr="H:\软件工程\2010\图\chapter 13\绘图4.jpg">
            <a:extLst>
              <a:ext uri="{FF2B5EF4-FFF2-40B4-BE49-F238E27FC236}">
                <a16:creationId xmlns:a16="http://schemas.microsoft.com/office/drawing/2014/main" id="{B0176722-33AB-7488-CAA9-AC46D1758A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7850" y="976314"/>
            <a:ext cx="4648200" cy="418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0" name="Text Box 2">
            <a:extLst>
              <a:ext uri="{FF2B5EF4-FFF2-40B4-BE49-F238E27FC236}">
                <a16:creationId xmlns:a16="http://schemas.microsoft.com/office/drawing/2014/main" id="{786D4CB6-08BF-16EE-52B8-BE3539BE24BA}"/>
              </a:ext>
            </a:extLst>
          </p:cNvPr>
          <p:cNvSpPr txBox="1">
            <a:spLocks noChangeArrowheads="1"/>
          </p:cNvSpPr>
          <p:nvPr/>
        </p:nvSpPr>
        <p:spPr bwMode="auto">
          <a:xfrm>
            <a:off x="6842125" y="1268413"/>
            <a:ext cx="3575050" cy="4457700"/>
          </a:xfrm>
          <a:prstGeom prst="rect">
            <a:avLst/>
          </a:prstGeom>
          <a:noFill/>
          <a:ln w="9525">
            <a:noFill/>
            <a:miter lim="800000"/>
            <a:headEnd/>
            <a:tailEnd/>
          </a:ln>
          <a:effec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lnSpc>
                <a:spcPct val="150000"/>
              </a:lnSpc>
              <a:spcBef>
                <a:spcPct val="50000"/>
              </a:spcBef>
              <a:spcAft>
                <a:spcPct val="0"/>
              </a:spcAft>
              <a:defRPr/>
            </a:pPr>
            <a:r>
              <a:rPr lang="zh-CN" altLang="en-US" sz="2600" b="1">
                <a:solidFill>
                  <a:srgbClr val="FF0000"/>
                </a:solidFill>
              </a:rPr>
              <a:t>分支测试：</a:t>
            </a:r>
          </a:p>
          <a:p>
            <a:pPr eaLnBrk="1" fontAlgn="base" hangingPunct="1">
              <a:lnSpc>
                <a:spcPct val="150000"/>
              </a:lnSpc>
              <a:spcBef>
                <a:spcPct val="50000"/>
              </a:spcBef>
              <a:spcAft>
                <a:spcPct val="0"/>
              </a:spcAft>
              <a:defRPr/>
            </a:pPr>
            <a:r>
              <a:rPr lang="zh-CN" altLang="en-US" sz="2600" b="1">
                <a:solidFill>
                  <a:srgbClr val="000000"/>
                </a:solidFill>
              </a:rPr>
              <a:t>用例</a:t>
            </a:r>
            <a:r>
              <a:rPr lang="en-US" altLang="zh-CN" sz="2600" b="1">
                <a:solidFill>
                  <a:srgbClr val="000000"/>
                </a:solidFill>
              </a:rPr>
              <a:t>1</a:t>
            </a:r>
            <a:r>
              <a:rPr lang="zh-CN" altLang="en-US" sz="2600" b="1">
                <a:solidFill>
                  <a:srgbClr val="000000"/>
                </a:solidFill>
              </a:rPr>
              <a:t>：</a:t>
            </a:r>
            <a:r>
              <a:rPr lang="en-US" altLang="zh-CN" sz="2600" b="1">
                <a:solidFill>
                  <a:srgbClr val="000000"/>
                </a:solidFill>
              </a:rPr>
              <a:t>([(1,0), (1,0,1)])</a:t>
            </a:r>
          </a:p>
          <a:p>
            <a:pPr eaLnBrk="1" fontAlgn="base" hangingPunct="1">
              <a:lnSpc>
                <a:spcPct val="150000"/>
              </a:lnSpc>
              <a:spcBef>
                <a:spcPct val="50000"/>
              </a:spcBef>
              <a:spcAft>
                <a:spcPct val="0"/>
              </a:spcAft>
              <a:defRPr/>
            </a:pPr>
            <a:r>
              <a:rPr lang="en-US" altLang="zh-CN" sz="2600" b="1">
                <a:solidFill>
                  <a:srgbClr val="000000"/>
                </a:solidFill>
              </a:rPr>
              <a:t>//</a:t>
            </a:r>
            <a:r>
              <a:rPr lang="zh-CN" altLang="en-US" sz="2600" b="1">
                <a:solidFill>
                  <a:srgbClr val="000000"/>
                </a:solidFill>
              </a:rPr>
              <a:t>红色分支</a:t>
            </a:r>
          </a:p>
          <a:p>
            <a:pPr eaLnBrk="1" fontAlgn="base" hangingPunct="1">
              <a:lnSpc>
                <a:spcPct val="150000"/>
              </a:lnSpc>
              <a:spcBef>
                <a:spcPct val="50000"/>
              </a:spcBef>
              <a:spcAft>
                <a:spcPct val="0"/>
              </a:spcAft>
              <a:defRPr/>
            </a:pPr>
            <a:r>
              <a:rPr lang="zh-CN" altLang="en-US" sz="2600" b="1">
                <a:solidFill>
                  <a:srgbClr val="000000"/>
                </a:solidFill>
              </a:rPr>
              <a:t>用例</a:t>
            </a:r>
            <a:r>
              <a:rPr lang="en-US" altLang="zh-CN" sz="2600" b="1">
                <a:solidFill>
                  <a:srgbClr val="000000"/>
                </a:solidFill>
              </a:rPr>
              <a:t>2</a:t>
            </a:r>
            <a:r>
              <a:rPr lang="zh-CN" altLang="en-US" sz="2600" b="1">
                <a:solidFill>
                  <a:srgbClr val="000000"/>
                </a:solidFill>
              </a:rPr>
              <a:t>：</a:t>
            </a:r>
            <a:r>
              <a:rPr lang="en-US" altLang="zh-CN" sz="2600" b="1">
                <a:solidFill>
                  <a:srgbClr val="000000"/>
                </a:solidFill>
              </a:rPr>
              <a:t>([(1,-1), (1,2,2)])</a:t>
            </a:r>
          </a:p>
          <a:p>
            <a:pPr eaLnBrk="1" fontAlgn="base" hangingPunct="1">
              <a:lnSpc>
                <a:spcPct val="150000"/>
              </a:lnSpc>
              <a:spcBef>
                <a:spcPct val="50000"/>
              </a:spcBef>
              <a:spcAft>
                <a:spcPct val="0"/>
              </a:spcAft>
              <a:defRPr/>
            </a:pPr>
            <a:r>
              <a:rPr lang="en-US" altLang="zh-CN" sz="2600" b="1">
                <a:solidFill>
                  <a:srgbClr val="000000"/>
                </a:solidFill>
              </a:rPr>
              <a:t>//</a:t>
            </a:r>
            <a:r>
              <a:rPr lang="zh-CN" altLang="en-US" sz="2600" b="1">
                <a:solidFill>
                  <a:srgbClr val="000000"/>
                </a:solidFill>
              </a:rPr>
              <a:t>蓝色分支</a:t>
            </a:r>
          </a:p>
          <a:p>
            <a:pPr eaLnBrk="1" fontAlgn="base" hangingPunct="1">
              <a:spcBef>
                <a:spcPct val="50000"/>
              </a:spcBef>
              <a:spcAft>
                <a:spcPct val="0"/>
              </a:spcAft>
              <a:defRPr/>
            </a:pPr>
            <a:endParaRPr lang="en-US" altLang="zh-CN" sz="2600" b="1">
              <a:solidFill>
                <a:srgbClr val="000000"/>
              </a:solidFill>
              <a:effectLst>
                <a:outerShdw blurRad="38100" dist="38100" dir="2700000" algn="tl">
                  <a:srgbClr val="C0C0C0"/>
                </a:outerShdw>
              </a:effectLs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6">
            <a:extLst>
              <a:ext uri="{FF2B5EF4-FFF2-40B4-BE49-F238E27FC236}">
                <a16:creationId xmlns:a16="http://schemas.microsoft.com/office/drawing/2014/main" id="{AB3908CA-F9CD-AB91-4B16-F046F11F5C7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C3A62D60-6554-4E30-B3CA-5CF941D792BC}" type="slidenum">
              <a:rPr lang="en-US" altLang="zh-CN" sz="1200">
                <a:solidFill>
                  <a:srgbClr val="000000"/>
                </a:solidFill>
                <a:latin typeface="Arial" panose="020B0604020202020204" pitchFamily="34" charset="0"/>
              </a:rPr>
              <a:pPr fontAlgn="base">
                <a:spcBef>
                  <a:spcPct val="0"/>
                </a:spcBef>
                <a:spcAft>
                  <a:spcPct val="0"/>
                </a:spcAft>
              </a:pPr>
              <a:t>46</a:t>
            </a:fld>
            <a:endParaRPr lang="en-US" altLang="zh-CN" sz="1200">
              <a:solidFill>
                <a:srgbClr val="000000"/>
              </a:solidFill>
              <a:latin typeface="Arial" panose="020B0604020202020204" pitchFamily="34" charset="0"/>
            </a:endParaRPr>
          </a:p>
        </p:txBody>
      </p:sp>
      <p:sp>
        <p:nvSpPr>
          <p:cNvPr id="100354" name="Text Box 2">
            <a:extLst>
              <a:ext uri="{FF2B5EF4-FFF2-40B4-BE49-F238E27FC236}">
                <a16:creationId xmlns:a16="http://schemas.microsoft.com/office/drawing/2014/main" id="{C12CD478-9722-A0AD-F40F-5AC7CC273F18}"/>
              </a:ext>
            </a:extLst>
          </p:cNvPr>
          <p:cNvSpPr txBox="1">
            <a:spLocks noChangeArrowheads="1"/>
          </p:cNvSpPr>
          <p:nvPr/>
        </p:nvSpPr>
        <p:spPr bwMode="auto">
          <a:xfrm>
            <a:off x="6553200" y="1560513"/>
            <a:ext cx="3810000" cy="2444750"/>
          </a:xfrm>
          <a:prstGeom prst="rect">
            <a:avLst/>
          </a:prstGeom>
          <a:noFill/>
          <a:ln w="9525">
            <a:noFill/>
            <a:miter lim="800000"/>
            <a:headEnd/>
            <a:tailEnd/>
          </a:ln>
          <a:effec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lnSpc>
                <a:spcPct val="150000"/>
              </a:lnSpc>
              <a:spcBef>
                <a:spcPct val="50000"/>
              </a:spcBef>
              <a:spcAft>
                <a:spcPct val="0"/>
              </a:spcAft>
              <a:defRPr/>
            </a:pPr>
            <a:r>
              <a:rPr lang="zh-CN" altLang="en-US" sz="2800" b="1">
                <a:solidFill>
                  <a:srgbClr val="FF0000"/>
                </a:solidFill>
              </a:rPr>
              <a:t>条件测试</a:t>
            </a:r>
            <a:r>
              <a:rPr lang="en-US" altLang="zh-CN" sz="2800" b="1">
                <a:solidFill>
                  <a:srgbClr val="FF0000"/>
                </a:solidFill>
              </a:rPr>
              <a:t>1</a:t>
            </a:r>
            <a:r>
              <a:rPr lang="zh-CN" altLang="en-US" sz="2800" b="1">
                <a:solidFill>
                  <a:srgbClr val="FF0000"/>
                </a:solidFill>
              </a:rPr>
              <a:t>：</a:t>
            </a:r>
          </a:p>
          <a:p>
            <a:pPr eaLnBrk="1" fontAlgn="base" hangingPunct="1">
              <a:lnSpc>
                <a:spcPct val="150000"/>
              </a:lnSpc>
              <a:spcBef>
                <a:spcPct val="50000"/>
              </a:spcBef>
              <a:spcAft>
                <a:spcPct val="0"/>
              </a:spcAft>
              <a:defRPr/>
            </a:pPr>
            <a:r>
              <a:rPr lang="zh-CN" altLang="en-US" sz="2800" b="1">
                <a:solidFill>
                  <a:srgbClr val="000000"/>
                </a:solidFill>
              </a:rPr>
              <a:t>用例</a:t>
            </a:r>
            <a:r>
              <a:rPr lang="en-US" altLang="zh-CN" sz="2800" b="1">
                <a:solidFill>
                  <a:srgbClr val="000000"/>
                </a:solidFill>
              </a:rPr>
              <a:t>1</a:t>
            </a:r>
            <a:r>
              <a:rPr lang="zh-CN" altLang="en-US" sz="2800" b="1">
                <a:solidFill>
                  <a:srgbClr val="000000"/>
                </a:solidFill>
              </a:rPr>
              <a:t>：</a:t>
            </a:r>
            <a:r>
              <a:rPr lang="en-US" altLang="zh-CN" sz="2800" b="1">
                <a:solidFill>
                  <a:srgbClr val="000000"/>
                </a:solidFill>
              </a:rPr>
              <a:t>([(1,0), (1,0,1)])</a:t>
            </a:r>
          </a:p>
          <a:p>
            <a:pPr eaLnBrk="1" fontAlgn="base" hangingPunct="1">
              <a:lnSpc>
                <a:spcPct val="150000"/>
              </a:lnSpc>
              <a:spcBef>
                <a:spcPct val="50000"/>
              </a:spcBef>
              <a:spcAft>
                <a:spcPct val="0"/>
              </a:spcAft>
              <a:defRPr/>
            </a:pPr>
            <a:r>
              <a:rPr lang="en-US" altLang="zh-CN" sz="2800" b="1">
                <a:solidFill>
                  <a:srgbClr val="000000"/>
                </a:solidFill>
              </a:rPr>
              <a:t>//</a:t>
            </a:r>
            <a:r>
              <a:rPr lang="zh-CN" altLang="en-US" sz="2800" b="1">
                <a:solidFill>
                  <a:srgbClr val="000000"/>
                </a:solidFill>
              </a:rPr>
              <a:t>为真的条件标为红色</a:t>
            </a:r>
            <a:endParaRPr lang="en-US" altLang="zh-CN" sz="2800" b="1">
              <a:solidFill>
                <a:srgbClr val="000000"/>
              </a:solidFill>
              <a:effectLst>
                <a:outerShdw blurRad="38100" dist="38100" dir="2700000" algn="tl">
                  <a:srgbClr val="C0C0C0"/>
                </a:outerShdw>
              </a:effectLst>
            </a:endParaRPr>
          </a:p>
        </p:txBody>
      </p:sp>
      <p:pic>
        <p:nvPicPr>
          <p:cNvPr id="46084" name="Picture 3" descr="H:\软件工程\2010\图\chapter 13\绘图5.jpg">
            <a:extLst>
              <a:ext uri="{FF2B5EF4-FFF2-40B4-BE49-F238E27FC236}">
                <a16:creationId xmlns:a16="http://schemas.microsoft.com/office/drawing/2014/main" id="{AD107C3D-FB9F-6323-C059-2AD513594A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1" y="1200150"/>
            <a:ext cx="4157663" cy="374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6">
            <a:extLst>
              <a:ext uri="{FF2B5EF4-FFF2-40B4-BE49-F238E27FC236}">
                <a16:creationId xmlns:a16="http://schemas.microsoft.com/office/drawing/2014/main" id="{9300606C-9FE1-E89C-F7E7-2D32F2A79F0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C441B3A1-14B3-43E7-A9B5-7BEDAEE979AC}" type="slidenum">
              <a:rPr lang="en-US" altLang="zh-CN" sz="1200">
                <a:solidFill>
                  <a:srgbClr val="000000"/>
                </a:solidFill>
                <a:latin typeface="Arial" panose="020B0604020202020204" pitchFamily="34" charset="0"/>
              </a:rPr>
              <a:pPr fontAlgn="base">
                <a:spcBef>
                  <a:spcPct val="0"/>
                </a:spcBef>
                <a:spcAft>
                  <a:spcPct val="0"/>
                </a:spcAft>
              </a:pPr>
              <a:t>47</a:t>
            </a:fld>
            <a:endParaRPr lang="en-US" altLang="zh-CN" sz="1200">
              <a:solidFill>
                <a:srgbClr val="000000"/>
              </a:solidFill>
              <a:latin typeface="Arial" panose="020B0604020202020204" pitchFamily="34" charset="0"/>
            </a:endParaRPr>
          </a:p>
        </p:txBody>
      </p:sp>
      <p:pic>
        <p:nvPicPr>
          <p:cNvPr id="47107" name="Picture 8" descr="H:\软件工程\2010\图\chapter 13\绘图7.jpg">
            <a:extLst>
              <a:ext uri="{FF2B5EF4-FFF2-40B4-BE49-F238E27FC236}">
                <a16:creationId xmlns:a16="http://schemas.microsoft.com/office/drawing/2014/main" id="{8C27FA2B-A9E8-0D06-CDAE-04E7C9E2B2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7850" y="1095375"/>
            <a:ext cx="4114800" cy="370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Text Box 3">
            <a:extLst>
              <a:ext uri="{FF2B5EF4-FFF2-40B4-BE49-F238E27FC236}">
                <a16:creationId xmlns:a16="http://schemas.microsoft.com/office/drawing/2014/main" id="{C82FC972-64AE-7EE6-A07B-D280B2C84CCD}"/>
              </a:ext>
            </a:extLst>
          </p:cNvPr>
          <p:cNvSpPr txBox="1">
            <a:spLocks noChangeArrowheads="1"/>
          </p:cNvSpPr>
          <p:nvPr/>
        </p:nvSpPr>
        <p:spPr bwMode="auto">
          <a:xfrm>
            <a:off x="6096000" y="1484313"/>
            <a:ext cx="4191000" cy="244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50000"/>
              </a:spcBef>
              <a:spcAft>
                <a:spcPct val="0"/>
              </a:spcAft>
              <a:buClrTx/>
              <a:buSzTx/>
              <a:buNone/>
            </a:pPr>
            <a:r>
              <a:rPr kumimoji="1" lang="zh-CN" altLang="en-US" sz="2800">
                <a:solidFill>
                  <a:srgbClr val="FF0000"/>
                </a:solidFill>
                <a:latin typeface="Times New Roman" panose="02020603050405020304" pitchFamily="18" charset="0"/>
              </a:rPr>
              <a:t>条件测试</a:t>
            </a:r>
            <a:r>
              <a:rPr kumimoji="1" lang="en-US" altLang="zh-CN" sz="2800">
                <a:solidFill>
                  <a:srgbClr val="FF0000"/>
                </a:solidFill>
                <a:latin typeface="Times New Roman" panose="02020603050405020304" pitchFamily="18" charset="0"/>
              </a:rPr>
              <a:t>2</a:t>
            </a:r>
            <a:r>
              <a:rPr kumimoji="1" lang="zh-CN" altLang="en-US" sz="2800">
                <a:solidFill>
                  <a:srgbClr val="FF0000"/>
                </a:solidFill>
                <a:latin typeface="Times New Roman" panose="02020603050405020304" pitchFamily="18" charset="0"/>
              </a:rPr>
              <a:t>：</a:t>
            </a:r>
          </a:p>
          <a:p>
            <a:pPr fontAlgn="base">
              <a:lnSpc>
                <a:spcPct val="150000"/>
              </a:lnSpc>
              <a:spcBef>
                <a:spcPct val="50000"/>
              </a:spcBef>
              <a:spcAft>
                <a:spcPct val="0"/>
              </a:spcAft>
              <a:buClrTx/>
              <a:buSzTx/>
              <a:buNone/>
            </a:pPr>
            <a:r>
              <a:rPr kumimoji="1" lang="zh-CN" altLang="en-US" sz="2800">
                <a:solidFill>
                  <a:srgbClr val="000000"/>
                </a:solidFill>
                <a:latin typeface="Times New Roman" panose="02020603050405020304" pitchFamily="18" charset="0"/>
              </a:rPr>
              <a:t>用例</a:t>
            </a:r>
            <a:r>
              <a:rPr kumimoji="1" lang="en-US" altLang="zh-CN" sz="2800">
                <a:solidFill>
                  <a:srgbClr val="000000"/>
                </a:solidFill>
                <a:latin typeface="Times New Roman" panose="02020603050405020304" pitchFamily="18" charset="0"/>
              </a:rPr>
              <a:t>2</a:t>
            </a:r>
            <a:r>
              <a:rPr kumimoji="1" lang="zh-CN" altLang="en-US" sz="2800">
                <a:solidFill>
                  <a:srgbClr val="000000"/>
                </a:solidFill>
                <a:latin typeface="Times New Roman" panose="02020603050405020304" pitchFamily="18" charset="0"/>
              </a:rPr>
              <a:t>： </a:t>
            </a:r>
            <a:r>
              <a:rPr kumimoji="1" lang="en-US" altLang="zh-CN" sz="2800">
                <a:solidFill>
                  <a:srgbClr val="000000"/>
                </a:solidFill>
                <a:latin typeface="Times New Roman" panose="02020603050405020304" pitchFamily="18" charset="0"/>
              </a:rPr>
              <a:t>([(1,-20), (1,21,1)])</a:t>
            </a:r>
          </a:p>
          <a:p>
            <a:pPr fontAlgn="base">
              <a:lnSpc>
                <a:spcPct val="150000"/>
              </a:lnSpc>
              <a:spcBef>
                <a:spcPct val="50000"/>
              </a:spcBef>
              <a:spcAft>
                <a:spcPct val="0"/>
              </a:spcAft>
              <a:buClrTx/>
              <a:buSzTx/>
              <a:buNone/>
            </a:pPr>
            <a:r>
              <a:rPr kumimoji="1" lang="en-US" altLang="zh-CN" sz="2800">
                <a:solidFill>
                  <a:srgbClr val="000000"/>
                </a:solidFill>
                <a:latin typeface="Times New Roman" panose="02020603050405020304" pitchFamily="18" charset="0"/>
              </a:rPr>
              <a:t>//</a:t>
            </a:r>
            <a:r>
              <a:rPr kumimoji="1" lang="zh-CN" altLang="en-US" sz="2800">
                <a:solidFill>
                  <a:srgbClr val="000000"/>
                </a:solidFill>
                <a:latin typeface="Times New Roman" panose="02020603050405020304" pitchFamily="18" charset="0"/>
              </a:rPr>
              <a:t>为真的条件标为红色</a:t>
            </a:r>
            <a:endParaRPr kumimoji="1" lang="en-US" altLang="zh-CN" sz="2800">
              <a:solidFill>
                <a:srgbClr val="000000"/>
              </a:solidFill>
              <a:latin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6">
            <a:extLst>
              <a:ext uri="{FF2B5EF4-FFF2-40B4-BE49-F238E27FC236}">
                <a16:creationId xmlns:a16="http://schemas.microsoft.com/office/drawing/2014/main" id="{53A865BB-5543-D07E-F664-E624EED9ECC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3A075C03-37C8-439F-BB48-1E264BB510D0}" type="slidenum">
              <a:rPr lang="en-US" altLang="zh-CN" sz="1200">
                <a:solidFill>
                  <a:srgbClr val="000000"/>
                </a:solidFill>
                <a:latin typeface="Arial" panose="020B0604020202020204" pitchFamily="34" charset="0"/>
              </a:rPr>
              <a:pPr fontAlgn="base">
                <a:spcBef>
                  <a:spcPct val="0"/>
                </a:spcBef>
                <a:spcAft>
                  <a:spcPct val="0"/>
                </a:spcAft>
              </a:pPr>
              <a:t>48</a:t>
            </a:fld>
            <a:endParaRPr lang="en-US" altLang="zh-CN" sz="1200">
              <a:solidFill>
                <a:srgbClr val="000000"/>
              </a:solidFill>
              <a:latin typeface="Arial" panose="020B0604020202020204" pitchFamily="34" charset="0"/>
            </a:endParaRPr>
          </a:p>
        </p:txBody>
      </p:sp>
      <p:pic>
        <p:nvPicPr>
          <p:cNvPr id="48131" name="Picture 2" descr="H:\软件工程\2010\图\chapter 13\绘图6.jpg">
            <a:extLst>
              <a:ext uri="{FF2B5EF4-FFF2-40B4-BE49-F238E27FC236}">
                <a16:creationId xmlns:a16="http://schemas.microsoft.com/office/drawing/2014/main" id="{4D134056-45AE-79B4-4022-9DD0946139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249364"/>
            <a:ext cx="4191000" cy="376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379" name="Text Box 3">
            <a:extLst>
              <a:ext uri="{FF2B5EF4-FFF2-40B4-BE49-F238E27FC236}">
                <a16:creationId xmlns:a16="http://schemas.microsoft.com/office/drawing/2014/main" id="{D1EEE0BF-0CF3-FF9C-03CC-A3FA06BFECBB}"/>
              </a:ext>
            </a:extLst>
          </p:cNvPr>
          <p:cNvSpPr txBox="1">
            <a:spLocks noChangeArrowheads="1"/>
          </p:cNvSpPr>
          <p:nvPr/>
        </p:nvSpPr>
        <p:spPr bwMode="auto">
          <a:xfrm>
            <a:off x="6297613" y="1416050"/>
            <a:ext cx="4191000" cy="2444750"/>
          </a:xfrm>
          <a:prstGeom prst="rect">
            <a:avLst/>
          </a:prstGeom>
          <a:noFill/>
          <a:ln w="9525">
            <a:noFill/>
            <a:miter lim="800000"/>
            <a:headEnd/>
            <a:tailEnd/>
          </a:ln>
          <a:effec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lnSpc>
                <a:spcPct val="150000"/>
              </a:lnSpc>
              <a:spcBef>
                <a:spcPct val="50000"/>
              </a:spcBef>
              <a:spcAft>
                <a:spcPct val="0"/>
              </a:spcAft>
              <a:defRPr/>
            </a:pPr>
            <a:r>
              <a:rPr lang="zh-CN" altLang="en-US" sz="2800" b="1">
                <a:solidFill>
                  <a:srgbClr val="FF0000"/>
                </a:solidFill>
              </a:rPr>
              <a:t>条件测试</a:t>
            </a:r>
            <a:r>
              <a:rPr lang="en-US" altLang="zh-CN" sz="2800" b="1">
                <a:solidFill>
                  <a:srgbClr val="FF0000"/>
                </a:solidFill>
              </a:rPr>
              <a:t>3</a:t>
            </a:r>
            <a:r>
              <a:rPr lang="zh-CN" altLang="en-US" sz="2800" b="1">
                <a:solidFill>
                  <a:srgbClr val="FF0000"/>
                </a:solidFill>
              </a:rPr>
              <a:t>：</a:t>
            </a:r>
          </a:p>
          <a:p>
            <a:pPr eaLnBrk="1" fontAlgn="base" hangingPunct="1">
              <a:lnSpc>
                <a:spcPct val="150000"/>
              </a:lnSpc>
              <a:spcBef>
                <a:spcPct val="50000"/>
              </a:spcBef>
              <a:spcAft>
                <a:spcPct val="0"/>
              </a:spcAft>
              <a:defRPr/>
            </a:pPr>
            <a:r>
              <a:rPr lang="zh-CN" altLang="en-US" sz="2800" b="1">
                <a:solidFill>
                  <a:srgbClr val="000000"/>
                </a:solidFill>
              </a:rPr>
              <a:t>用例</a:t>
            </a:r>
            <a:r>
              <a:rPr lang="en-US" altLang="zh-CN" sz="2800" b="1">
                <a:solidFill>
                  <a:srgbClr val="000000"/>
                </a:solidFill>
              </a:rPr>
              <a:t>3</a:t>
            </a:r>
            <a:r>
              <a:rPr lang="zh-CN" altLang="en-US" sz="2800" b="1">
                <a:solidFill>
                  <a:srgbClr val="000000"/>
                </a:solidFill>
              </a:rPr>
              <a:t>： </a:t>
            </a:r>
            <a:r>
              <a:rPr lang="en-US" altLang="zh-CN" sz="2800" b="1">
                <a:solidFill>
                  <a:srgbClr val="000000"/>
                </a:solidFill>
              </a:rPr>
              <a:t>([(1,-1), (1,2,2)])</a:t>
            </a:r>
          </a:p>
          <a:p>
            <a:pPr eaLnBrk="1" fontAlgn="base" hangingPunct="1">
              <a:lnSpc>
                <a:spcPct val="150000"/>
              </a:lnSpc>
              <a:spcBef>
                <a:spcPct val="50000"/>
              </a:spcBef>
              <a:spcAft>
                <a:spcPct val="0"/>
              </a:spcAft>
              <a:defRPr/>
            </a:pPr>
            <a:r>
              <a:rPr lang="en-US" altLang="zh-CN" sz="2800" b="1">
                <a:solidFill>
                  <a:srgbClr val="000000"/>
                </a:solidFill>
              </a:rPr>
              <a:t>//</a:t>
            </a:r>
            <a:r>
              <a:rPr lang="zh-CN" altLang="en-US" sz="2800" b="1">
                <a:solidFill>
                  <a:srgbClr val="000000"/>
                </a:solidFill>
              </a:rPr>
              <a:t>为真的条件标为红色</a:t>
            </a:r>
            <a:endParaRPr lang="en-US" altLang="zh-CN" sz="2800" b="1">
              <a:solidFill>
                <a:srgbClr val="000000"/>
              </a:solidFill>
              <a:effectLst>
                <a:outerShdw blurRad="38100" dist="38100" dir="2700000" algn="tl">
                  <a:srgbClr val="C0C0C0"/>
                </a:outerShdw>
              </a:effectLst>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6">
            <a:extLst>
              <a:ext uri="{FF2B5EF4-FFF2-40B4-BE49-F238E27FC236}">
                <a16:creationId xmlns:a16="http://schemas.microsoft.com/office/drawing/2014/main" id="{69B488C6-87C3-9B15-1548-E76C4F1F02A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6F4B4262-7FE5-434B-8D5F-966799F2A806}" type="slidenum">
              <a:rPr lang="en-US" altLang="zh-CN" sz="1200">
                <a:solidFill>
                  <a:srgbClr val="000000"/>
                </a:solidFill>
                <a:latin typeface="Arial" panose="020B0604020202020204" pitchFamily="34" charset="0"/>
              </a:rPr>
              <a:pPr fontAlgn="base">
                <a:spcBef>
                  <a:spcPct val="0"/>
                </a:spcBef>
                <a:spcAft>
                  <a:spcPct val="0"/>
                </a:spcAft>
              </a:pPr>
              <a:t>49</a:t>
            </a:fld>
            <a:endParaRPr lang="en-US" altLang="zh-CN" sz="1200">
              <a:solidFill>
                <a:srgbClr val="000000"/>
              </a:solidFill>
              <a:latin typeface="Arial" panose="020B0604020202020204" pitchFamily="34" charset="0"/>
            </a:endParaRPr>
          </a:p>
        </p:txBody>
      </p:sp>
      <p:sp>
        <p:nvSpPr>
          <p:cNvPr id="49155" name="Rectangle 2">
            <a:extLst>
              <a:ext uri="{FF2B5EF4-FFF2-40B4-BE49-F238E27FC236}">
                <a16:creationId xmlns:a16="http://schemas.microsoft.com/office/drawing/2014/main" id="{88487758-6038-4219-1BF4-97B2DA131CBB}"/>
              </a:ext>
            </a:extLst>
          </p:cNvPr>
          <p:cNvSpPr>
            <a:spLocks noGrp="1" noChangeArrowheads="1"/>
          </p:cNvSpPr>
          <p:nvPr>
            <p:ph type="title" idx="4294967295"/>
          </p:nvPr>
        </p:nvSpPr>
        <p:spPr>
          <a:xfrm>
            <a:off x="6672264" y="1484314"/>
            <a:ext cx="3240087" cy="3671887"/>
          </a:xfrm>
        </p:spPr>
        <p:txBody>
          <a:bodyPr/>
          <a:lstStyle/>
          <a:p>
            <a:pPr eaLnBrk="1" hangingPunct="1">
              <a:lnSpc>
                <a:spcPct val="150000"/>
              </a:lnSpc>
            </a:pPr>
            <a:r>
              <a:rPr lang="zh-CN" altLang="en-US" sz="3200"/>
              <a:t>标记</a:t>
            </a:r>
            <a:r>
              <a:rPr lang="en-US" altLang="zh-CN" sz="3200"/>
              <a:t>a</a:t>
            </a:r>
            <a:r>
              <a:rPr lang="zh-CN" altLang="en-US" sz="3200"/>
              <a:t>的所有定义点、使用点以及可能的定义使用关系，并给出测试用例</a:t>
            </a:r>
          </a:p>
        </p:txBody>
      </p:sp>
      <p:sp>
        <p:nvSpPr>
          <p:cNvPr id="49156" name="Rectangle 3">
            <a:extLst>
              <a:ext uri="{FF2B5EF4-FFF2-40B4-BE49-F238E27FC236}">
                <a16:creationId xmlns:a16="http://schemas.microsoft.com/office/drawing/2014/main" id="{8830CE20-CB81-8E9B-3556-9FD3C96F46C4}"/>
              </a:ext>
            </a:extLst>
          </p:cNvPr>
          <p:cNvSpPr>
            <a:spLocks noChangeArrowheads="1"/>
          </p:cNvSpPr>
          <p:nvPr/>
        </p:nvSpPr>
        <p:spPr bwMode="auto">
          <a:xfrm>
            <a:off x="2640013" y="260351"/>
            <a:ext cx="4970462" cy="596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lnSpc>
                <a:spcPct val="110000"/>
              </a:lnSpc>
              <a:spcAft>
                <a:spcPct val="0"/>
              </a:spcAft>
              <a:buClrTx/>
              <a:buSzTx/>
              <a:buNone/>
            </a:pPr>
            <a:r>
              <a:rPr kumimoji="1" lang="en-US" altLang="zh-CN" sz="2000">
                <a:solidFill>
                  <a:srgbClr val="000000"/>
                </a:solidFill>
                <a:latin typeface="Times New Roman" panose="02020603050405020304" pitchFamily="18" charset="0"/>
              </a:rPr>
              <a:t>(1)    void myflow(int x,int y) {</a:t>
            </a:r>
          </a:p>
          <a:p>
            <a:pPr fontAlgn="base">
              <a:lnSpc>
                <a:spcPct val="110000"/>
              </a:lnSpc>
              <a:spcAft>
                <a:spcPct val="0"/>
              </a:spcAft>
              <a:buClrTx/>
              <a:buSzTx/>
              <a:buNone/>
            </a:pPr>
            <a:r>
              <a:rPr kumimoji="1" lang="en-US" altLang="zh-CN" sz="2000">
                <a:solidFill>
                  <a:srgbClr val="000000"/>
                </a:solidFill>
                <a:latin typeface="Times New Roman" panose="02020603050405020304" pitchFamily="18" charset="0"/>
              </a:rPr>
              <a:t>(2) 	int a;</a:t>
            </a:r>
          </a:p>
          <a:p>
            <a:pPr fontAlgn="base">
              <a:lnSpc>
                <a:spcPct val="110000"/>
              </a:lnSpc>
              <a:spcAft>
                <a:spcPct val="0"/>
              </a:spcAft>
              <a:buClrTx/>
              <a:buSzTx/>
              <a:buNone/>
            </a:pPr>
            <a:r>
              <a:rPr kumimoji="1" lang="en-US" altLang="zh-CN" sz="2000">
                <a:solidFill>
                  <a:srgbClr val="000000"/>
                </a:solidFill>
                <a:latin typeface="Times New Roman" panose="02020603050405020304" pitchFamily="18" charset="0"/>
              </a:rPr>
              <a:t>(3) 	if (y = = 0) {</a:t>
            </a:r>
          </a:p>
          <a:p>
            <a:pPr fontAlgn="base">
              <a:lnSpc>
                <a:spcPct val="110000"/>
              </a:lnSpc>
              <a:spcAft>
                <a:spcPct val="0"/>
              </a:spcAft>
              <a:buClrTx/>
              <a:buSzTx/>
              <a:buNone/>
            </a:pPr>
            <a:r>
              <a:rPr kumimoji="1" lang="en-US" altLang="zh-CN" sz="2000">
                <a:solidFill>
                  <a:srgbClr val="000000"/>
                </a:solidFill>
                <a:latin typeface="Times New Roman" panose="02020603050405020304" pitchFamily="18" charset="0"/>
              </a:rPr>
              <a:t>(4) 		a = 1;</a:t>
            </a:r>
          </a:p>
          <a:p>
            <a:pPr fontAlgn="base">
              <a:lnSpc>
                <a:spcPct val="110000"/>
              </a:lnSpc>
              <a:spcAft>
                <a:spcPct val="0"/>
              </a:spcAft>
              <a:buClrTx/>
              <a:buSzTx/>
              <a:buNone/>
            </a:pPr>
            <a:r>
              <a:rPr kumimoji="1" lang="en-US" altLang="zh-CN" sz="2000">
                <a:solidFill>
                  <a:srgbClr val="000000"/>
                </a:solidFill>
                <a:latin typeface="Times New Roman" panose="02020603050405020304" pitchFamily="18" charset="0"/>
              </a:rPr>
              <a:t>(5) 	} else {</a:t>
            </a:r>
          </a:p>
          <a:p>
            <a:pPr fontAlgn="base">
              <a:lnSpc>
                <a:spcPct val="110000"/>
              </a:lnSpc>
              <a:spcAft>
                <a:spcPct val="0"/>
              </a:spcAft>
              <a:buClrTx/>
              <a:buSzTx/>
              <a:buNone/>
            </a:pPr>
            <a:r>
              <a:rPr kumimoji="1" lang="en-US" altLang="zh-CN" sz="2000">
                <a:solidFill>
                  <a:srgbClr val="000000"/>
                </a:solidFill>
                <a:latin typeface="Times New Roman" panose="02020603050405020304" pitchFamily="18" charset="0"/>
              </a:rPr>
              <a:t>(6) 		a = y;</a:t>
            </a:r>
          </a:p>
          <a:p>
            <a:pPr fontAlgn="base">
              <a:lnSpc>
                <a:spcPct val="110000"/>
              </a:lnSpc>
              <a:spcAft>
                <a:spcPct val="0"/>
              </a:spcAft>
              <a:buClrTx/>
              <a:buSzTx/>
              <a:buNone/>
            </a:pPr>
            <a:r>
              <a:rPr kumimoji="1" lang="en-US" altLang="zh-CN" sz="2000">
                <a:solidFill>
                  <a:srgbClr val="000000"/>
                </a:solidFill>
                <a:latin typeface="Times New Roman" panose="02020603050405020304" pitchFamily="18" charset="0"/>
              </a:rPr>
              <a:t>(7) 	  }</a:t>
            </a:r>
          </a:p>
          <a:p>
            <a:pPr fontAlgn="base">
              <a:lnSpc>
                <a:spcPct val="110000"/>
              </a:lnSpc>
              <a:spcAft>
                <a:spcPct val="0"/>
              </a:spcAft>
              <a:buClrTx/>
              <a:buSzTx/>
              <a:buNone/>
            </a:pPr>
            <a:r>
              <a:rPr kumimoji="1" lang="en-US" altLang="zh-CN" sz="2000">
                <a:solidFill>
                  <a:srgbClr val="000000"/>
                </a:solidFill>
                <a:latin typeface="Times New Roman" panose="02020603050405020304" pitchFamily="18" charset="0"/>
              </a:rPr>
              <a:t>(8) 	y = x – a;</a:t>
            </a:r>
          </a:p>
          <a:p>
            <a:pPr fontAlgn="base">
              <a:lnSpc>
                <a:spcPct val="110000"/>
              </a:lnSpc>
              <a:spcAft>
                <a:spcPct val="0"/>
              </a:spcAft>
              <a:buClrTx/>
              <a:buSzTx/>
              <a:buNone/>
            </a:pPr>
            <a:r>
              <a:rPr kumimoji="1" lang="en-US" altLang="zh-CN" sz="2000">
                <a:solidFill>
                  <a:srgbClr val="000000"/>
                </a:solidFill>
                <a:latin typeface="Times New Roman" panose="02020603050405020304" pitchFamily="18" charset="0"/>
              </a:rPr>
              <a:t>(9) 	if ((a &gt; 0) || ( a &lt; -10) ) {</a:t>
            </a:r>
          </a:p>
          <a:p>
            <a:pPr fontAlgn="base">
              <a:lnSpc>
                <a:spcPct val="110000"/>
              </a:lnSpc>
              <a:spcAft>
                <a:spcPct val="0"/>
              </a:spcAft>
              <a:buClrTx/>
              <a:buSzTx/>
              <a:buNone/>
            </a:pPr>
            <a:r>
              <a:rPr kumimoji="1" lang="en-US" altLang="zh-CN" sz="2000">
                <a:solidFill>
                  <a:srgbClr val="000000"/>
                </a:solidFill>
                <a:latin typeface="Times New Roman" panose="02020603050405020304" pitchFamily="18" charset="0"/>
              </a:rPr>
              <a:t>(10) 		a = x;</a:t>
            </a:r>
          </a:p>
          <a:p>
            <a:pPr fontAlgn="base">
              <a:lnSpc>
                <a:spcPct val="110000"/>
              </a:lnSpc>
              <a:spcAft>
                <a:spcPct val="0"/>
              </a:spcAft>
              <a:buClrTx/>
              <a:buSzTx/>
              <a:buNone/>
            </a:pPr>
            <a:r>
              <a:rPr kumimoji="1" lang="en-US" altLang="zh-CN" sz="2000">
                <a:solidFill>
                  <a:srgbClr val="000000"/>
                </a:solidFill>
                <a:latin typeface="Times New Roman" panose="02020603050405020304" pitchFamily="18" charset="0"/>
              </a:rPr>
              <a:t>(11) 	} else {</a:t>
            </a:r>
          </a:p>
          <a:p>
            <a:pPr fontAlgn="base">
              <a:lnSpc>
                <a:spcPct val="110000"/>
              </a:lnSpc>
              <a:spcAft>
                <a:spcPct val="0"/>
              </a:spcAft>
              <a:buClrTx/>
              <a:buSzTx/>
              <a:buNone/>
            </a:pPr>
            <a:r>
              <a:rPr kumimoji="1" lang="en-US" altLang="zh-CN" sz="2000">
                <a:solidFill>
                  <a:srgbClr val="000000"/>
                </a:solidFill>
                <a:latin typeface="Times New Roman" panose="02020603050405020304" pitchFamily="18" charset="0"/>
              </a:rPr>
              <a:t>(12) 		a = x + 1;</a:t>
            </a:r>
          </a:p>
          <a:p>
            <a:pPr fontAlgn="base">
              <a:lnSpc>
                <a:spcPct val="110000"/>
              </a:lnSpc>
              <a:spcAft>
                <a:spcPct val="0"/>
              </a:spcAft>
              <a:buClrTx/>
              <a:buSzTx/>
              <a:buNone/>
            </a:pPr>
            <a:r>
              <a:rPr kumimoji="1" lang="en-US" altLang="zh-CN" sz="2000">
                <a:solidFill>
                  <a:srgbClr val="000000"/>
                </a:solidFill>
                <a:latin typeface="Times New Roman" panose="02020603050405020304" pitchFamily="18" charset="0"/>
              </a:rPr>
              <a:t>(13) 	  }</a:t>
            </a:r>
          </a:p>
          <a:p>
            <a:pPr fontAlgn="base">
              <a:lnSpc>
                <a:spcPct val="110000"/>
              </a:lnSpc>
              <a:spcAft>
                <a:spcPct val="0"/>
              </a:spcAft>
              <a:buClrTx/>
              <a:buSzTx/>
              <a:buNone/>
            </a:pPr>
            <a:r>
              <a:rPr kumimoji="1" lang="en-US" altLang="zh-CN" sz="2000">
                <a:solidFill>
                  <a:srgbClr val="000000"/>
                </a:solidFill>
                <a:latin typeface="Times New Roman" panose="02020603050405020304" pitchFamily="18" charset="0"/>
              </a:rPr>
              <a:t>(14) 	printf(“%d\n”, a);</a:t>
            </a:r>
          </a:p>
          <a:p>
            <a:pPr fontAlgn="base">
              <a:lnSpc>
                <a:spcPct val="110000"/>
              </a:lnSpc>
              <a:spcAft>
                <a:spcPct val="0"/>
              </a:spcAft>
              <a:buClrTx/>
              <a:buSzTx/>
              <a:buNone/>
            </a:pPr>
            <a:r>
              <a:rPr kumimoji="1" lang="en-US" altLang="zh-CN" sz="2000">
                <a:solidFill>
                  <a:srgbClr val="000000"/>
                </a:solidFill>
                <a:latin typeface="Times New Roman" panose="02020603050405020304" pitchFamily="18" charset="0"/>
              </a:rPr>
              <a:t>(15)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6">
            <a:extLst>
              <a:ext uri="{FF2B5EF4-FFF2-40B4-BE49-F238E27FC236}">
                <a16:creationId xmlns:a16="http://schemas.microsoft.com/office/drawing/2014/main" id="{E962D089-F960-CF9F-A910-D7B4E605A2A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0A4E3AEF-7374-4FC3-918B-E97C8BB455A9}" type="slidenum">
              <a:rPr lang="en-US" altLang="zh-CN" sz="1200">
                <a:solidFill>
                  <a:srgbClr val="000000"/>
                </a:solidFill>
                <a:latin typeface="Arial" panose="020B0604020202020204" pitchFamily="34" charset="0"/>
              </a:rPr>
              <a:pPr fontAlgn="base">
                <a:spcBef>
                  <a:spcPct val="0"/>
                </a:spcBef>
                <a:spcAft>
                  <a:spcPct val="0"/>
                </a:spcAft>
              </a:pPr>
              <a:t>50</a:t>
            </a:fld>
            <a:endParaRPr lang="en-US" altLang="zh-CN" sz="1200">
              <a:solidFill>
                <a:srgbClr val="000000"/>
              </a:solidFill>
              <a:latin typeface="Arial" panose="020B0604020202020204" pitchFamily="34" charset="0"/>
            </a:endParaRPr>
          </a:p>
        </p:txBody>
      </p:sp>
      <p:sp>
        <p:nvSpPr>
          <p:cNvPr id="50179" name="Rectangle 2">
            <a:extLst>
              <a:ext uri="{FF2B5EF4-FFF2-40B4-BE49-F238E27FC236}">
                <a16:creationId xmlns:a16="http://schemas.microsoft.com/office/drawing/2014/main" id="{EE6C3EF7-CF13-AC04-0C45-572CA5B5DF79}"/>
              </a:ext>
            </a:extLst>
          </p:cNvPr>
          <p:cNvSpPr>
            <a:spLocks noChangeArrowheads="1"/>
          </p:cNvSpPr>
          <p:nvPr/>
        </p:nvSpPr>
        <p:spPr bwMode="auto">
          <a:xfrm>
            <a:off x="2135188" y="188913"/>
            <a:ext cx="4267200" cy="574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lnSpc>
                <a:spcPct val="105000"/>
              </a:lnSpc>
              <a:spcAft>
                <a:spcPct val="0"/>
              </a:spcAft>
              <a:buClrTx/>
              <a:buSzTx/>
              <a:buNone/>
            </a:pPr>
            <a:r>
              <a:rPr kumimoji="1" lang="en-US" altLang="zh-CN" sz="2000">
                <a:solidFill>
                  <a:srgbClr val="000000"/>
                </a:solidFill>
                <a:latin typeface="Times New Roman" panose="02020603050405020304" pitchFamily="18" charset="0"/>
              </a:rPr>
              <a:t>(1)    void myflow(int x,int y) {</a:t>
            </a:r>
          </a:p>
          <a:p>
            <a:pPr fontAlgn="base">
              <a:lnSpc>
                <a:spcPct val="105000"/>
              </a:lnSpc>
              <a:spcAft>
                <a:spcPct val="0"/>
              </a:spcAft>
              <a:buClrTx/>
              <a:buSzTx/>
              <a:buNone/>
            </a:pPr>
            <a:r>
              <a:rPr kumimoji="1" lang="en-US" altLang="zh-CN" sz="2000">
                <a:solidFill>
                  <a:srgbClr val="000000"/>
                </a:solidFill>
                <a:latin typeface="Times New Roman" panose="02020603050405020304" pitchFamily="18" charset="0"/>
              </a:rPr>
              <a:t>(2) 	int a;</a:t>
            </a:r>
          </a:p>
          <a:p>
            <a:pPr fontAlgn="base">
              <a:lnSpc>
                <a:spcPct val="105000"/>
              </a:lnSpc>
              <a:spcAft>
                <a:spcPct val="0"/>
              </a:spcAft>
              <a:buClrTx/>
              <a:buSzTx/>
              <a:buNone/>
            </a:pPr>
            <a:r>
              <a:rPr kumimoji="1" lang="en-US" altLang="zh-CN" sz="2000">
                <a:solidFill>
                  <a:srgbClr val="000000"/>
                </a:solidFill>
                <a:latin typeface="Times New Roman" panose="02020603050405020304" pitchFamily="18" charset="0"/>
              </a:rPr>
              <a:t>(3) 	if (y = = 0) {</a:t>
            </a:r>
          </a:p>
          <a:p>
            <a:pPr fontAlgn="base">
              <a:lnSpc>
                <a:spcPct val="105000"/>
              </a:lnSpc>
              <a:spcAft>
                <a:spcPct val="0"/>
              </a:spcAft>
              <a:buClrTx/>
              <a:buSzTx/>
              <a:buNone/>
            </a:pPr>
            <a:r>
              <a:rPr kumimoji="1" lang="en-US" altLang="zh-CN" sz="2000">
                <a:solidFill>
                  <a:srgbClr val="000000"/>
                </a:solidFill>
                <a:latin typeface="Times New Roman" panose="02020603050405020304" pitchFamily="18" charset="0"/>
              </a:rPr>
              <a:t>(4) 		a = 1;</a:t>
            </a:r>
          </a:p>
          <a:p>
            <a:pPr fontAlgn="base">
              <a:lnSpc>
                <a:spcPct val="105000"/>
              </a:lnSpc>
              <a:spcAft>
                <a:spcPct val="0"/>
              </a:spcAft>
              <a:buClrTx/>
              <a:buSzTx/>
              <a:buNone/>
            </a:pPr>
            <a:r>
              <a:rPr kumimoji="1" lang="en-US" altLang="zh-CN" sz="2000">
                <a:solidFill>
                  <a:srgbClr val="000000"/>
                </a:solidFill>
                <a:latin typeface="Times New Roman" panose="02020603050405020304" pitchFamily="18" charset="0"/>
              </a:rPr>
              <a:t>(5) 	} else {</a:t>
            </a:r>
          </a:p>
          <a:p>
            <a:pPr fontAlgn="base">
              <a:lnSpc>
                <a:spcPct val="105000"/>
              </a:lnSpc>
              <a:spcAft>
                <a:spcPct val="0"/>
              </a:spcAft>
              <a:buClrTx/>
              <a:buSzTx/>
              <a:buNone/>
            </a:pPr>
            <a:r>
              <a:rPr kumimoji="1" lang="en-US" altLang="zh-CN" sz="2000">
                <a:solidFill>
                  <a:srgbClr val="000000"/>
                </a:solidFill>
                <a:latin typeface="Times New Roman" panose="02020603050405020304" pitchFamily="18" charset="0"/>
              </a:rPr>
              <a:t>(6) 		a = y;</a:t>
            </a:r>
          </a:p>
          <a:p>
            <a:pPr fontAlgn="base">
              <a:lnSpc>
                <a:spcPct val="105000"/>
              </a:lnSpc>
              <a:spcAft>
                <a:spcPct val="0"/>
              </a:spcAft>
              <a:buClrTx/>
              <a:buSzTx/>
              <a:buNone/>
            </a:pPr>
            <a:r>
              <a:rPr kumimoji="1" lang="en-US" altLang="zh-CN" sz="2000">
                <a:solidFill>
                  <a:srgbClr val="000000"/>
                </a:solidFill>
                <a:latin typeface="Times New Roman" panose="02020603050405020304" pitchFamily="18" charset="0"/>
              </a:rPr>
              <a:t>(7) 	  }</a:t>
            </a:r>
          </a:p>
          <a:p>
            <a:pPr fontAlgn="base">
              <a:lnSpc>
                <a:spcPct val="105000"/>
              </a:lnSpc>
              <a:spcAft>
                <a:spcPct val="0"/>
              </a:spcAft>
              <a:buClrTx/>
              <a:buSzTx/>
              <a:buNone/>
            </a:pPr>
            <a:r>
              <a:rPr kumimoji="1" lang="en-US" altLang="zh-CN" sz="2000">
                <a:solidFill>
                  <a:srgbClr val="000000"/>
                </a:solidFill>
                <a:latin typeface="Times New Roman" panose="02020603050405020304" pitchFamily="18" charset="0"/>
              </a:rPr>
              <a:t>(8) 	y = x – a;</a:t>
            </a:r>
          </a:p>
          <a:p>
            <a:pPr fontAlgn="base">
              <a:lnSpc>
                <a:spcPct val="105000"/>
              </a:lnSpc>
              <a:spcAft>
                <a:spcPct val="0"/>
              </a:spcAft>
              <a:buClrTx/>
              <a:buSzTx/>
              <a:buNone/>
            </a:pPr>
            <a:r>
              <a:rPr kumimoji="1" lang="en-US" altLang="zh-CN" sz="2000">
                <a:solidFill>
                  <a:srgbClr val="000000"/>
                </a:solidFill>
                <a:latin typeface="Times New Roman" panose="02020603050405020304" pitchFamily="18" charset="0"/>
              </a:rPr>
              <a:t>(9) 	if ((a &gt; 0) || ( a &lt; -10) ) {</a:t>
            </a:r>
          </a:p>
          <a:p>
            <a:pPr fontAlgn="base">
              <a:lnSpc>
                <a:spcPct val="105000"/>
              </a:lnSpc>
              <a:spcAft>
                <a:spcPct val="0"/>
              </a:spcAft>
              <a:buClrTx/>
              <a:buSzTx/>
              <a:buNone/>
            </a:pPr>
            <a:r>
              <a:rPr kumimoji="1" lang="en-US" altLang="zh-CN" sz="2000">
                <a:solidFill>
                  <a:srgbClr val="000000"/>
                </a:solidFill>
                <a:latin typeface="Times New Roman" panose="02020603050405020304" pitchFamily="18" charset="0"/>
              </a:rPr>
              <a:t>(10) 		a = x;</a:t>
            </a:r>
          </a:p>
          <a:p>
            <a:pPr fontAlgn="base">
              <a:lnSpc>
                <a:spcPct val="105000"/>
              </a:lnSpc>
              <a:spcAft>
                <a:spcPct val="0"/>
              </a:spcAft>
              <a:buClrTx/>
              <a:buSzTx/>
              <a:buNone/>
            </a:pPr>
            <a:r>
              <a:rPr kumimoji="1" lang="en-US" altLang="zh-CN" sz="2000">
                <a:solidFill>
                  <a:srgbClr val="000000"/>
                </a:solidFill>
                <a:latin typeface="Times New Roman" panose="02020603050405020304" pitchFamily="18" charset="0"/>
              </a:rPr>
              <a:t>(11) 	} else {</a:t>
            </a:r>
          </a:p>
          <a:p>
            <a:pPr fontAlgn="base">
              <a:lnSpc>
                <a:spcPct val="105000"/>
              </a:lnSpc>
              <a:spcAft>
                <a:spcPct val="0"/>
              </a:spcAft>
              <a:buClrTx/>
              <a:buSzTx/>
              <a:buNone/>
            </a:pPr>
            <a:r>
              <a:rPr kumimoji="1" lang="en-US" altLang="zh-CN" sz="2000">
                <a:solidFill>
                  <a:srgbClr val="000000"/>
                </a:solidFill>
                <a:latin typeface="Times New Roman" panose="02020603050405020304" pitchFamily="18" charset="0"/>
              </a:rPr>
              <a:t>(12) 		a = x + 1;</a:t>
            </a:r>
          </a:p>
          <a:p>
            <a:pPr fontAlgn="base">
              <a:lnSpc>
                <a:spcPct val="105000"/>
              </a:lnSpc>
              <a:spcAft>
                <a:spcPct val="0"/>
              </a:spcAft>
              <a:buClrTx/>
              <a:buSzTx/>
              <a:buNone/>
            </a:pPr>
            <a:r>
              <a:rPr kumimoji="1" lang="en-US" altLang="zh-CN" sz="2000">
                <a:solidFill>
                  <a:srgbClr val="000000"/>
                </a:solidFill>
                <a:latin typeface="Times New Roman" panose="02020603050405020304" pitchFamily="18" charset="0"/>
              </a:rPr>
              <a:t>(13) 	  }</a:t>
            </a:r>
          </a:p>
          <a:p>
            <a:pPr fontAlgn="base">
              <a:lnSpc>
                <a:spcPct val="105000"/>
              </a:lnSpc>
              <a:spcAft>
                <a:spcPct val="0"/>
              </a:spcAft>
              <a:buClrTx/>
              <a:buSzTx/>
              <a:buNone/>
            </a:pPr>
            <a:r>
              <a:rPr kumimoji="1" lang="en-US" altLang="zh-CN" sz="2000">
                <a:solidFill>
                  <a:srgbClr val="000000"/>
                </a:solidFill>
                <a:latin typeface="Times New Roman" panose="02020603050405020304" pitchFamily="18" charset="0"/>
              </a:rPr>
              <a:t>(14) 	printf(“%d\n”, a);</a:t>
            </a:r>
          </a:p>
          <a:p>
            <a:pPr fontAlgn="base">
              <a:lnSpc>
                <a:spcPct val="105000"/>
              </a:lnSpc>
              <a:spcAft>
                <a:spcPct val="0"/>
              </a:spcAft>
              <a:buClrTx/>
              <a:buSzTx/>
              <a:buNone/>
            </a:pPr>
            <a:r>
              <a:rPr kumimoji="1" lang="en-US" altLang="zh-CN" sz="2000">
                <a:solidFill>
                  <a:srgbClr val="000000"/>
                </a:solidFill>
                <a:latin typeface="Times New Roman" panose="02020603050405020304" pitchFamily="18" charset="0"/>
              </a:rPr>
              <a:t>(15)  }</a:t>
            </a:r>
          </a:p>
        </p:txBody>
      </p:sp>
      <p:sp>
        <p:nvSpPr>
          <p:cNvPr id="103427" name="Text Box 3">
            <a:extLst>
              <a:ext uri="{FF2B5EF4-FFF2-40B4-BE49-F238E27FC236}">
                <a16:creationId xmlns:a16="http://schemas.microsoft.com/office/drawing/2014/main" id="{5B1FAD0A-23B7-07FD-4075-E2F19527F4F3}"/>
              </a:ext>
            </a:extLst>
          </p:cNvPr>
          <p:cNvSpPr txBox="1">
            <a:spLocks noChangeArrowheads="1"/>
          </p:cNvSpPr>
          <p:nvPr/>
        </p:nvSpPr>
        <p:spPr bwMode="auto">
          <a:xfrm>
            <a:off x="6456363" y="1497013"/>
            <a:ext cx="3581400" cy="330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50000"/>
              </a:spcBef>
              <a:spcAft>
                <a:spcPct val="0"/>
              </a:spcAft>
              <a:buClrTx/>
              <a:buSzTx/>
              <a:buNone/>
            </a:pPr>
            <a:r>
              <a:rPr kumimoji="1" lang="en-US" altLang="zh-CN" sz="2800">
                <a:solidFill>
                  <a:srgbClr val="FF0000"/>
                </a:solidFill>
                <a:latin typeface="Times New Roman" panose="02020603050405020304" pitchFamily="18" charset="0"/>
              </a:rPr>
              <a:t>a</a:t>
            </a:r>
            <a:r>
              <a:rPr kumimoji="1" lang="zh-CN" altLang="en-US" sz="2800">
                <a:solidFill>
                  <a:srgbClr val="FF0000"/>
                </a:solidFill>
                <a:latin typeface="Times New Roman" panose="02020603050405020304" pitchFamily="18" charset="0"/>
              </a:rPr>
              <a:t>的定义点</a:t>
            </a:r>
            <a:r>
              <a:rPr kumimoji="1" lang="en-US" altLang="zh-CN" sz="2800">
                <a:solidFill>
                  <a:srgbClr val="000000"/>
                </a:solidFill>
                <a:latin typeface="Times New Roman" panose="02020603050405020304" pitchFamily="18" charset="0"/>
              </a:rPr>
              <a:t>:</a:t>
            </a:r>
          </a:p>
          <a:p>
            <a:pPr fontAlgn="base">
              <a:lnSpc>
                <a:spcPct val="150000"/>
              </a:lnSpc>
              <a:spcBef>
                <a:spcPct val="50000"/>
              </a:spcBef>
              <a:spcAft>
                <a:spcPct val="0"/>
              </a:spcAft>
              <a:buClrTx/>
              <a:buSzTx/>
              <a:buNone/>
            </a:pPr>
            <a:r>
              <a:rPr kumimoji="1" lang="en-US" altLang="zh-CN" sz="2800">
                <a:solidFill>
                  <a:srgbClr val="000000"/>
                </a:solidFill>
                <a:latin typeface="Times New Roman" panose="02020603050405020304" pitchFamily="18" charset="0"/>
              </a:rPr>
              <a:t>4,  6,  10,  12</a:t>
            </a:r>
          </a:p>
          <a:p>
            <a:pPr fontAlgn="base">
              <a:lnSpc>
                <a:spcPct val="150000"/>
              </a:lnSpc>
              <a:spcBef>
                <a:spcPct val="50000"/>
              </a:spcBef>
              <a:spcAft>
                <a:spcPct val="0"/>
              </a:spcAft>
              <a:buClrTx/>
              <a:buSzTx/>
              <a:buNone/>
            </a:pPr>
            <a:r>
              <a:rPr kumimoji="1" lang="en-US" altLang="zh-CN" sz="2800">
                <a:solidFill>
                  <a:srgbClr val="FF0000"/>
                </a:solidFill>
                <a:latin typeface="Times New Roman" panose="02020603050405020304" pitchFamily="18" charset="0"/>
              </a:rPr>
              <a:t>a</a:t>
            </a:r>
            <a:r>
              <a:rPr kumimoji="1" lang="zh-CN" altLang="en-US" sz="2800">
                <a:solidFill>
                  <a:srgbClr val="FF0000"/>
                </a:solidFill>
                <a:latin typeface="Times New Roman" panose="02020603050405020304" pitchFamily="18" charset="0"/>
              </a:rPr>
              <a:t>的使用点</a:t>
            </a:r>
            <a:r>
              <a:rPr kumimoji="1" lang="zh-CN" altLang="en-US" sz="2800">
                <a:solidFill>
                  <a:srgbClr val="000000"/>
                </a:solidFill>
                <a:latin typeface="Times New Roman" panose="02020603050405020304" pitchFamily="18" charset="0"/>
              </a:rPr>
              <a:t>：</a:t>
            </a:r>
          </a:p>
          <a:p>
            <a:pPr fontAlgn="base">
              <a:lnSpc>
                <a:spcPct val="150000"/>
              </a:lnSpc>
              <a:spcBef>
                <a:spcPct val="50000"/>
              </a:spcBef>
              <a:spcAft>
                <a:spcPct val="0"/>
              </a:spcAft>
              <a:buClrTx/>
              <a:buSzTx/>
              <a:buNone/>
            </a:pPr>
            <a:r>
              <a:rPr kumimoji="1" lang="en-US" altLang="zh-CN" sz="2800">
                <a:solidFill>
                  <a:srgbClr val="000000"/>
                </a:solidFill>
                <a:latin typeface="Times New Roman" panose="02020603050405020304" pitchFamily="18" charset="0"/>
              </a:rPr>
              <a:t>8,  9,  14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103427">
                                            <p:txEl>
                                              <p:pRg st="1" end="1"/>
                                            </p:txEl>
                                          </p:spTgt>
                                        </p:tgtEl>
                                        <p:attrNameLst>
                                          <p:attrName>style.visibility</p:attrName>
                                        </p:attrNameLst>
                                      </p:cBhvr>
                                      <p:to>
                                        <p:strVal val="visible"/>
                                      </p:to>
                                    </p:set>
                                    <p:animEffect transition="in" filter="diamond(in)">
                                      <p:cBhvr>
                                        <p:cTn id="7" dur="1000"/>
                                        <p:tgtEl>
                                          <p:spTgt spid="10342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103427">
                                            <p:txEl>
                                              <p:pRg st="2" end="2"/>
                                            </p:txEl>
                                          </p:spTgt>
                                        </p:tgtEl>
                                        <p:attrNameLst>
                                          <p:attrName>style.visibility</p:attrName>
                                        </p:attrNameLst>
                                      </p:cBhvr>
                                      <p:to>
                                        <p:strVal val="visible"/>
                                      </p:to>
                                    </p:set>
                                    <p:animEffect transition="in" filter="diamond(in)">
                                      <p:cBhvr>
                                        <p:cTn id="12" dur="1000"/>
                                        <p:tgtEl>
                                          <p:spTgt spid="10342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103427">
                                            <p:txEl>
                                              <p:pRg st="3" end="3"/>
                                            </p:txEl>
                                          </p:spTgt>
                                        </p:tgtEl>
                                        <p:attrNameLst>
                                          <p:attrName>style.visibility</p:attrName>
                                        </p:attrNameLst>
                                      </p:cBhvr>
                                      <p:to>
                                        <p:strVal val="visible"/>
                                      </p:to>
                                    </p:set>
                                    <p:animEffect transition="in" filter="diamond(in)">
                                      <p:cBhvr>
                                        <p:cTn id="17" dur="1000"/>
                                        <p:tgtEl>
                                          <p:spTgt spid="1034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6">
            <a:extLst>
              <a:ext uri="{FF2B5EF4-FFF2-40B4-BE49-F238E27FC236}">
                <a16:creationId xmlns:a16="http://schemas.microsoft.com/office/drawing/2014/main" id="{8E59E104-EB58-817B-921B-5F46FCB034F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FBFDF303-41D3-404B-B80D-283A5668E499}" type="slidenum">
              <a:rPr lang="en-US" altLang="zh-CN" sz="1200">
                <a:solidFill>
                  <a:srgbClr val="000000"/>
                </a:solidFill>
                <a:latin typeface="Arial" panose="020B0604020202020204" pitchFamily="34" charset="0"/>
              </a:rPr>
              <a:pPr fontAlgn="base">
                <a:spcBef>
                  <a:spcPct val="0"/>
                </a:spcBef>
                <a:spcAft>
                  <a:spcPct val="0"/>
                </a:spcAft>
              </a:pPr>
              <a:t>51</a:t>
            </a:fld>
            <a:endParaRPr lang="en-US" altLang="zh-CN" sz="1200">
              <a:solidFill>
                <a:srgbClr val="000000"/>
              </a:solidFill>
              <a:latin typeface="Arial" panose="020B0604020202020204" pitchFamily="34" charset="0"/>
            </a:endParaRPr>
          </a:p>
        </p:txBody>
      </p:sp>
      <p:sp>
        <p:nvSpPr>
          <p:cNvPr id="51203" name="Rectangle 3">
            <a:extLst>
              <a:ext uri="{FF2B5EF4-FFF2-40B4-BE49-F238E27FC236}">
                <a16:creationId xmlns:a16="http://schemas.microsoft.com/office/drawing/2014/main" id="{2930AFC0-570A-BFAF-2A12-C989810FAAEE}"/>
              </a:ext>
            </a:extLst>
          </p:cNvPr>
          <p:cNvSpPr>
            <a:spLocks noChangeArrowheads="1"/>
          </p:cNvSpPr>
          <p:nvPr/>
        </p:nvSpPr>
        <p:spPr bwMode="auto">
          <a:xfrm>
            <a:off x="1828800" y="381000"/>
            <a:ext cx="4267200" cy="5570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Aft>
                <a:spcPct val="0"/>
              </a:spcAft>
              <a:buClrTx/>
              <a:buSzTx/>
              <a:buNone/>
            </a:pPr>
            <a:r>
              <a:rPr kumimoji="1" lang="en-US" altLang="zh-CN" sz="2000">
                <a:solidFill>
                  <a:srgbClr val="000000"/>
                </a:solidFill>
                <a:latin typeface="Times New Roman" panose="02020603050405020304" pitchFamily="18" charset="0"/>
              </a:rPr>
              <a:t>(1)    void myflow(int x,int y) {</a:t>
            </a:r>
          </a:p>
          <a:p>
            <a:pPr fontAlgn="base">
              <a:spcAft>
                <a:spcPct val="0"/>
              </a:spcAft>
              <a:buClrTx/>
              <a:buSzTx/>
              <a:buNone/>
            </a:pPr>
            <a:r>
              <a:rPr kumimoji="1" lang="en-US" altLang="zh-CN" sz="2000">
                <a:solidFill>
                  <a:srgbClr val="000000"/>
                </a:solidFill>
                <a:latin typeface="Times New Roman" panose="02020603050405020304" pitchFamily="18" charset="0"/>
              </a:rPr>
              <a:t>(2) 	int a;</a:t>
            </a:r>
          </a:p>
          <a:p>
            <a:pPr fontAlgn="base">
              <a:spcAft>
                <a:spcPct val="0"/>
              </a:spcAft>
              <a:buClrTx/>
              <a:buSzTx/>
              <a:buNone/>
            </a:pPr>
            <a:r>
              <a:rPr kumimoji="1" lang="en-US" altLang="zh-CN" sz="2000">
                <a:solidFill>
                  <a:srgbClr val="000000"/>
                </a:solidFill>
                <a:latin typeface="Times New Roman" panose="02020603050405020304" pitchFamily="18" charset="0"/>
              </a:rPr>
              <a:t>(3) 	if (y = = 0) {</a:t>
            </a:r>
          </a:p>
          <a:p>
            <a:pPr fontAlgn="base">
              <a:spcAft>
                <a:spcPct val="0"/>
              </a:spcAft>
              <a:buClrTx/>
              <a:buSzTx/>
              <a:buNone/>
            </a:pPr>
            <a:r>
              <a:rPr kumimoji="1" lang="en-US" altLang="zh-CN" sz="2000">
                <a:solidFill>
                  <a:srgbClr val="000000"/>
                </a:solidFill>
                <a:latin typeface="Times New Roman" panose="02020603050405020304" pitchFamily="18" charset="0"/>
              </a:rPr>
              <a:t>(4) 		a = 1;</a:t>
            </a:r>
          </a:p>
          <a:p>
            <a:pPr fontAlgn="base">
              <a:spcAft>
                <a:spcPct val="0"/>
              </a:spcAft>
              <a:buClrTx/>
              <a:buSzTx/>
              <a:buNone/>
            </a:pPr>
            <a:r>
              <a:rPr kumimoji="1" lang="en-US" altLang="zh-CN" sz="2000">
                <a:solidFill>
                  <a:srgbClr val="000000"/>
                </a:solidFill>
                <a:latin typeface="Times New Roman" panose="02020603050405020304" pitchFamily="18" charset="0"/>
              </a:rPr>
              <a:t>(5) 	} else {</a:t>
            </a:r>
          </a:p>
          <a:p>
            <a:pPr fontAlgn="base">
              <a:spcAft>
                <a:spcPct val="0"/>
              </a:spcAft>
              <a:buClrTx/>
              <a:buSzTx/>
              <a:buNone/>
            </a:pPr>
            <a:r>
              <a:rPr kumimoji="1" lang="en-US" altLang="zh-CN" sz="2000">
                <a:solidFill>
                  <a:srgbClr val="000000"/>
                </a:solidFill>
                <a:latin typeface="Times New Roman" panose="02020603050405020304" pitchFamily="18" charset="0"/>
              </a:rPr>
              <a:t>(6) 		a = y;</a:t>
            </a:r>
          </a:p>
          <a:p>
            <a:pPr fontAlgn="base">
              <a:spcAft>
                <a:spcPct val="0"/>
              </a:spcAft>
              <a:buClrTx/>
              <a:buSzTx/>
              <a:buNone/>
            </a:pPr>
            <a:r>
              <a:rPr kumimoji="1" lang="en-US" altLang="zh-CN" sz="2000">
                <a:solidFill>
                  <a:srgbClr val="000000"/>
                </a:solidFill>
                <a:latin typeface="Times New Roman" panose="02020603050405020304" pitchFamily="18" charset="0"/>
              </a:rPr>
              <a:t>(7) 	  }</a:t>
            </a:r>
          </a:p>
          <a:p>
            <a:pPr fontAlgn="base">
              <a:spcAft>
                <a:spcPct val="0"/>
              </a:spcAft>
              <a:buClrTx/>
              <a:buSzTx/>
              <a:buNone/>
            </a:pPr>
            <a:r>
              <a:rPr kumimoji="1" lang="en-US" altLang="zh-CN" sz="2000">
                <a:solidFill>
                  <a:srgbClr val="000000"/>
                </a:solidFill>
                <a:latin typeface="Times New Roman" panose="02020603050405020304" pitchFamily="18" charset="0"/>
              </a:rPr>
              <a:t>(8) 	y = x – a;</a:t>
            </a:r>
          </a:p>
          <a:p>
            <a:pPr fontAlgn="base">
              <a:spcAft>
                <a:spcPct val="0"/>
              </a:spcAft>
              <a:buClrTx/>
              <a:buSzTx/>
              <a:buNone/>
            </a:pPr>
            <a:r>
              <a:rPr kumimoji="1" lang="en-US" altLang="zh-CN" sz="2000">
                <a:solidFill>
                  <a:srgbClr val="000000"/>
                </a:solidFill>
                <a:latin typeface="Times New Roman" panose="02020603050405020304" pitchFamily="18" charset="0"/>
              </a:rPr>
              <a:t>(9) 	if ((a &gt; 0) || ( a &lt; -10) ) {</a:t>
            </a:r>
          </a:p>
          <a:p>
            <a:pPr fontAlgn="base">
              <a:spcAft>
                <a:spcPct val="0"/>
              </a:spcAft>
              <a:buClrTx/>
              <a:buSzTx/>
              <a:buNone/>
            </a:pPr>
            <a:r>
              <a:rPr kumimoji="1" lang="en-US" altLang="zh-CN" sz="2000">
                <a:solidFill>
                  <a:srgbClr val="000000"/>
                </a:solidFill>
                <a:latin typeface="Times New Roman" panose="02020603050405020304" pitchFamily="18" charset="0"/>
              </a:rPr>
              <a:t>(10) 		a = x;</a:t>
            </a:r>
          </a:p>
          <a:p>
            <a:pPr fontAlgn="base">
              <a:spcAft>
                <a:spcPct val="0"/>
              </a:spcAft>
              <a:buClrTx/>
              <a:buSzTx/>
              <a:buNone/>
            </a:pPr>
            <a:r>
              <a:rPr kumimoji="1" lang="en-US" altLang="zh-CN" sz="2000">
                <a:solidFill>
                  <a:srgbClr val="000000"/>
                </a:solidFill>
                <a:latin typeface="Times New Roman" panose="02020603050405020304" pitchFamily="18" charset="0"/>
              </a:rPr>
              <a:t>(11) 	} else {</a:t>
            </a:r>
          </a:p>
          <a:p>
            <a:pPr fontAlgn="base">
              <a:spcAft>
                <a:spcPct val="0"/>
              </a:spcAft>
              <a:buClrTx/>
              <a:buSzTx/>
              <a:buNone/>
            </a:pPr>
            <a:r>
              <a:rPr kumimoji="1" lang="en-US" altLang="zh-CN" sz="2000">
                <a:solidFill>
                  <a:srgbClr val="000000"/>
                </a:solidFill>
                <a:latin typeface="Times New Roman" panose="02020603050405020304" pitchFamily="18" charset="0"/>
              </a:rPr>
              <a:t>(12) 		a = x + 1;</a:t>
            </a:r>
          </a:p>
          <a:p>
            <a:pPr fontAlgn="base">
              <a:spcAft>
                <a:spcPct val="0"/>
              </a:spcAft>
              <a:buClrTx/>
              <a:buSzTx/>
              <a:buNone/>
            </a:pPr>
            <a:r>
              <a:rPr kumimoji="1" lang="en-US" altLang="zh-CN" sz="2000">
                <a:solidFill>
                  <a:srgbClr val="000000"/>
                </a:solidFill>
                <a:latin typeface="Times New Roman" panose="02020603050405020304" pitchFamily="18" charset="0"/>
              </a:rPr>
              <a:t>(13) 	  }</a:t>
            </a:r>
          </a:p>
          <a:p>
            <a:pPr fontAlgn="base">
              <a:spcAft>
                <a:spcPct val="0"/>
              </a:spcAft>
              <a:buClrTx/>
              <a:buSzTx/>
              <a:buNone/>
            </a:pPr>
            <a:r>
              <a:rPr kumimoji="1" lang="en-US" altLang="zh-CN" sz="2000">
                <a:solidFill>
                  <a:srgbClr val="000000"/>
                </a:solidFill>
                <a:latin typeface="Times New Roman" panose="02020603050405020304" pitchFamily="18" charset="0"/>
              </a:rPr>
              <a:t>(14) 	printf(“%d\n”, a);</a:t>
            </a:r>
          </a:p>
          <a:p>
            <a:pPr fontAlgn="base">
              <a:spcAft>
                <a:spcPct val="0"/>
              </a:spcAft>
              <a:buClrTx/>
              <a:buSzTx/>
              <a:buNone/>
            </a:pPr>
            <a:r>
              <a:rPr kumimoji="1" lang="en-US" altLang="zh-CN" sz="2000">
                <a:solidFill>
                  <a:srgbClr val="000000"/>
                </a:solidFill>
                <a:latin typeface="Times New Roman" panose="02020603050405020304" pitchFamily="18" charset="0"/>
              </a:rPr>
              <a:t>(15)  }</a:t>
            </a:r>
          </a:p>
        </p:txBody>
      </p:sp>
      <p:sp>
        <p:nvSpPr>
          <p:cNvPr id="51204" name="Text Box 5">
            <a:extLst>
              <a:ext uri="{FF2B5EF4-FFF2-40B4-BE49-F238E27FC236}">
                <a16:creationId xmlns:a16="http://schemas.microsoft.com/office/drawing/2014/main" id="{0A056214-27DE-E401-8939-9AC2F1E140C8}"/>
              </a:ext>
            </a:extLst>
          </p:cNvPr>
          <p:cNvSpPr txBox="1">
            <a:spLocks noChangeArrowheads="1"/>
          </p:cNvSpPr>
          <p:nvPr/>
        </p:nvSpPr>
        <p:spPr bwMode="auto">
          <a:xfrm>
            <a:off x="5519739" y="1100138"/>
            <a:ext cx="4897437" cy="4699000"/>
          </a:xfrm>
          <a:prstGeom prst="rect">
            <a:avLst/>
          </a:prstGeom>
          <a:noFill/>
          <a:ln w="1905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lnSpc>
                <a:spcPct val="130000"/>
              </a:lnSpc>
              <a:spcBef>
                <a:spcPct val="25000"/>
              </a:spcBef>
              <a:spcAft>
                <a:spcPct val="0"/>
              </a:spcAft>
              <a:buClrTx/>
              <a:buSzTx/>
              <a:buNone/>
            </a:pPr>
            <a:r>
              <a:rPr kumimoji="1" lang="en-US" altLang="zh-CN" sz="2200">
                <a:solidFill>
                  <a:srgbClr val="000000"/>
                </a:solidFill>
                <a:latin typeface="Times New Roman" panose="02020603050405020304" pitchFamily="18" charset="0"/>
              </a:rPr>
              <a:t>a</a:t>
            </a:r>
            <a:r>
              <a:rPr kumimoji="1" lang="zh-CN" altLang="en-US" sz="2200">
                <a:solidFill>
                  <a:srgbClr val="000000"/>
                </a:solidFill>
                <a:latin typeface="Times New Roman" panose="02020603050405020304" pitchFamily="18" charset="0"/>
              </a:rPr>
              <a:t>的可能</a:t>
            </a:r>
            <a:r>
              <a:rPr kumimoji="1" lang="zh-CN" altLang="en-US" sz="2200">
                <a:solidFill>
                  <a:srgbClr val="FF0000"/>
                </a:solidFill>
                <a:latin typeface="Times New Roman" panose="02020603050405020304" pitchFamily="18" charset="0"/>
              </a:rPr>
              <a:t>定义使用关系</a:t>
            </a:r>
            <a:r>
              <a:rPr kumimoji="1" lang="zh-CN" altLang="en-US" sz="2200">
                <a:solidFill>
                  <a:srgbClr val="000000"/>
                </a:solidFill>
                <a:latin typeface="Times New Roman" panose="02020603050405020304" pitchFamily="18" charset="0"/>
              </a:rPr>
              <a:t>及相应测试用例</a:t>
            </a:r>
          </a:p>
          <a:p>
            <a:pPr fontAlgn="base">
              <a:lnSpc>
                <a:spcPct val="130000"/>
              </a:lnSpc>
              <a:spcBef>
                <a:spcPct val="25000"/>
              </a:spcBef>
              <a:spcAft>
                <a:spcPct val="0"/>
              </a:spcAft>
              <a:buClrTx/>
              <a:buSzTx/>
              <a:buNone/>
            </a:pPr>
            <a:r>
              <a:rPr kumimoji="1" lang="en-US" altLang="zh-CN" sz="2200">
                <a:solidFill>
                  <a:srgbClr val="000000"/>
                </a:solidFill>
                <a:latin typeface="Times New Roman" panose="02020603050405020304" pitchFamily="18" charset="0"/>
              </a:rPr>
              <a:t>4-8    	[(1,0), (1,0,1)]</a:t>
            </a:r>
          </a:p>
          <a:p>
            <a:pPr fontAlgn="base">
              <a:lnSpc>
                <a:spcPct val="130000"/>
              </a:lnSpc>
              <a:spcBef>
                <a:spcPct val="25000"/>
              </a:spcBef>
              <a:spcAft>
                <a:spcPct val="0"/>
              </a:spcAft>
              <a:buClrTx/>
              <a:buSzTx/>
              <a:buNone/>
            </a:pPr>
            <a:r>
              <a:rPr kumimoji="1" lang="en-US" altLang="zh-CN" sz="2200">
                <a:solidFill>
                  <a:srgbClr val="000000"/>
                </a:solidFill>
                <a:latin typeface="Times New Roman" panose="02020603050405020304" pitchFamily="18" charset="0"/>
              </a:rPr>
              <a:t>4-9    	</a:t>
            </a:r>
            <a:r>
              <a:rPr kumimoji="1" lang="zh-CN" altLang="en-US" sz="2200">
                <a:solidFill>
                  <a:srgbClr val="000000"/>
                </a:solidFill>
                <a:latin typeface="Times New Roman" panose="02020603050405020304" pitchFamily="18" charset="0"/>
              </a:rPr>
              <a:t>同上</a:t>
            </a:r>
          </a:p>
          <a:p>
            <a:pPr fontAlgn="base">
              <a:lnSpc>
                <a:spcPct val="130000"/>
              </a:lnSpc>
              <a:spcBef>
                <a:spcPct val="25000"/>
              </a:spcBef>
              <a:spcAft>
                <a:spcPct val="0"/>
              </a:spcAft>
              <a:buClrTx/>
              <a:buSzTx/>
              <a:buNone/>
            </a:pPr>
            <a:r>
              <a:rPr kumimoji="1" lang="en-US" altLang="zh-CN" sz="2200">
                <a:solidFill>
                  <a:srgbClr val="000000"/>
                </a:solidFill>
                <a:latin typeface="Times New Roman" panose="02020603050405020304" pitchFamily="18" charset="0"/>
              </a:rPr>
              <a:t>4-14  	</a:t>
            </a:r>
            <a:r>
              <a:rPr kumimoji="1" lang="zh-CN" altLang="en-US" sz="2200">
                <a:solidFill>
                  <a:srgbClr val="000000"/>
                </a:solidFill>
                <a:latin typeface="Times New Roman" panose="02020603050405020304" pitchFamily="18" charset="0"/>
              </a:rPr>
              <a:t>不可行  </a:t>
            </a:r>
            <a:r>
              <a:rPr kumimoji="1" lang="en-US" altLang="zh-CN" sz="2200">
                <a:solidFill>
                  <a:srgbClr val="000000"/>
                </a:solidFill>
                <a:latin typeface="Times New Roman" panose="02020603050405020304" pitchFamily="18" charset="0"/>
              </a:rPr>
              <a:t>//(10)</a:t>
            </a:r>
            <a:r>
              <a:rPr kumimoji="1" lang="zh-CN" altLang="en-US" sz="2200">
                <a:solidFill>
                  <a:srgbClr val="000000"/>
                </a:solidFill>
                <a:latin typeface="Times New Roman" panose="02020603050405020304" pitchFamily="18" charset="0"/>
              </a:rPr>
              <a:t>和</a:t>
            </a:r>
            <a:r>
              <a:rPr kumimoji="1" lang="en-US" altLang="zh-CN" sz="2200">
                <a:solidFill>
                  <a:srgbClr val="000000"/>
                </a:solidFill>
                <a:latin typeface="Times New Roman" panose="02020603050405020304" pitchFamily="18" charset="0"/>
              </a:rPr>
              <a:t>(12)</a:t>
            </a:r>
            <a:r>
              <a:rPr kumimoji="1" lang="zh-CN" altLang="en-US" sz="2200">
                <a:solidFill>
                  <a:srgbClr val="000000"/>
                </a:solidFill>
                <a:latin typeface="Times New Roman" panose="02020603050405020304" pitchFamily="18" charset="0"/>
              </a:rPr>
              <a:t>无法回避</a:t>
            </a:r>
          </a:p>
          <a:p>
            <a:pPr fontAlgn="base">
              <a:lnSpc>
                <a:spcPct val="130000"/>
              </a:lnSpc>
              <a:spcBef>
                <a:spcPct val="25000"/>
              </a:spcBef>
              <a:spcAft>
                <a:spcPct val="0"/>
              </a:spcAft>
              <a:buClrTx/>
              <a:buSzTx/>
              <a:buNone/>
            </a:pPr>
            <a:r>
              <a:rPr kumimoji="1" lang="en-US" altLang="zh-CN" sz="2200">
                <a:solidFill>
                  <a:srgbClr val="000000"/>
                </a:solidFill>
                <a:latin typeface="Times New Roman" panose="02020603050405020304" pitchFamily="18" charset="0"/>
              </a:rPr>
              <a:t>6-8   	[(1,1), (1,0,1)]</a:t>
            </a:r>
          </a:p>
          <a:p>
            <a:pPr fontAlgn="base">
              <a:lnSpc>
                <a:spcPct val="130000"/>
              </a:lnSpc>
              <a:spcBef>
                <a:spcPct val="25000"/>
              </a:spcBef>
              <a:spcAft>
                <a:spcPct val="0"/>
              </a:spcAft>
              <a:buClrTx/>
              <a:buSzTx/>
              <a:buNone/>
            </a:pPr>
            <a:r>
              <a:rPr kumimoji="1" lang="en-US" altLang="zh-CN" sz="2200">
                <a:solidFill>
                  <a:srgbClr val="000000"/>
                </a:solidFill>
                <a:latin typeface="Times New Roman" panose="02020603050405020304" pitchFamily="18" charset="0"/>
              </a:rPr>
              <a:t>6-9    	</a:t>
            </a:r>
            <a:r>
              <a:rPr kumimoji="1" lang="zh-CN" altLang="en-US" sz="2200">
                <a:solidFill>
                  <a:srgbClr val="000000"/>
                </a:solidFill>
                <a:latin typeface="Times New Roman" panose="02020603050405020304" pitchFamily="18" charset="0"/>
              </a:rPr>
              <a:t>同上</a:t>
            </a:r>
          </a:p>
          <a:p>
            <a:pPr fontAlgn="base">
              <a:lnSpc>
                <a:spcPct val="130000"/>
              </a:lnSpc>
              <a:spcBef>
                <a:spcPct val="25000"/>
              </a:spcBef>
              <a:spcAft>
                <a:spcPct val="0"/>
              </a:spcAft>
              <a:buClrTx/>
              <a:buSzTx/>
              <a:buNone/>
            </a:pPr>
            <a:r>
              <a:rPr kumimoji="1" lang="en-US" altLang="zh-CN" sz="2200">
                <a:solidFill>
                  <a:srgbClr val="000000"/>
                </a:solidFill>
                <a:latin typeface="Times New Roman" panose="02020603050405020304" pitchFamily="18" charset="0"/>
              </a:rPr>
              <a:t>6-14   	</a:t>
            </a:r>
            <a:r>
              <a:rPr kumimoji="1" lang="zh-CN" altLang="en-US" sz="2200">
                <a:solidFill>
                  <a:srgbClr val="000000"/>
                </a:solidFill>
                <a:latin typeface="Times New Roman" panose="02020603050405020304" pitchFamily="18" charset="0"/>
              </a:rPr>
              <a:t>不可行  </a:t>
            </a:r>
            <a:r>
              <a:rPr kumimoji="1" lang="en-US" altLang="zh-CN" sz="2200">
                <a:solidFill>
                  <a:srgbClr val="000000"/>
                </a:solidFill>
                <a:latin typeface="Times New Roman" panose="02020603050405020304" pitchFamily="18" charset="0"/>
              </a:rPr>
              <a:t>//(10)</a:t>
            </a:r>
            <a:r>
              <a:rPr kumimoji="1" lang="zh-CN" altLang="en-US" sz="2200">
                <a:solidFill>
                  <a:srgbClr val="000000"/>
                </a:solidFill>
                <a:latin typeface="Times New Roman" panose="02020603050405020304" pitchFamily="18" charset="0"/>
              </a:rPr>
              <a:t>和</a:t>
            </a:r>
            <a:r>
              <a:rPr kumimoji="1" lang="en-US" altLang="zh-CN" sz="2200">
                <a:solidFill>
                  <a:srgbClr val="000000"/>
                </a:solidFill>
                <a:latin typeface="Times New Roman" panose="02020603050405020304" pitchFamily="18" charset="0"/>
              </a:rPr>
              <a:t>(12)</a:t>
            </a:r>
            <a:r>
              <a:rPr kumimoji="1" lang="zh-CN" altLang="en-US" sz="2200">
                <a:solidFill>
                  <a:srgbClr val="000000"/>
                </a:solidFill>
                <a:latin typeface="Times New Roman" panose="02020603050405020304" pitchFamily="18" charset="0"/>
              </a:rPr>
              <a:t>无法回避</a:t>
            </a:r>
          </a:p>
          <a:p>
            <a:pPr fontAlgn="base">
              <a:lnSpc>
                <a:spcPct val="130000"/>
              </a:lnSpc>
              <a:spcBef>
                <a:spcPct val="25000"/>
              </a:spcBef>
              <a:spcAft>
                <a:spcPct val="0"/>
              </a:spcAft>
              <a:buClrTx/>
              <a:buSzTx/>
              <a:buNone/>
            </a:pPr>
            <a:r>
              <a:rPr kumimoji="1" lang="en-US" altLang="zh-CN" sz="2200">
                <a:solidFill>
                  <a:srgbClr val="000000"/>
                </a:solidFill>
                <a:latin typeface="Times New Roman" panose="02020603050405020304" pitchFamily="18" charset="0"/>
              </a:rPr>
              <a:t>10-14 	[(1,1), (1,0,1)]	//</a:t>
            </a:r>
            <a:r>
              <a:rPr kumimoji="1" lang="zh-CN" altLang="en-US" sz="2200">
                <a:solidFill>
                  <a:srgbClr val="000000"/>
                </a:solidFill>
                <a:latin typeface="Times New Roman" panose="02020603050405020304" pitchFamily="18" charset="0"/>
              </a:rPr>
              <a:t>同</a:t>
            </a:r>
            <a:r>
              <a:rPr kumimoji="1" lang="en-US" altLang="zh-CN" sz="2200">
                <a:solidFill>
                  <a:srgbClr val="000000"/>
                </a:solidFill>
                <a:latin typeface="Times New Roman" panose="02020603050405020304" pitchFamily="18" charset="0"/>
              </a:rPr>
              <a:t>6-8</a:t>
            </a:r>
          </a:p>
          <a:p>
            <a:pPr fontAlgn="base">
              <a:lnSpc>
                <a:spcPct val="130000"/>
              </a:lnSpc>
              <a:spcBef>
                <a:spcPct val="25000"/>
              </a:spcBef>
              <a:spcAft>
                <a:spcPct val="0"/>
              </a:spcAft>
              <a:buClrTx/>
              <a:buSzTx/>
              <a:buNone/>
            </a:pPr>
            <a:r>
              <a:rPr kumimoji="1" lang="en-US" altLang="zh-CN" sz="2200">
                <a:solidFill>
                  <a:srgbClr val="000000"/>
                </a:solidFill>
                <a:latin typeface="Times New Roman" panose="02020603050405020304" pitchFamily="18" charset="0"/>
              </a:rPr>
              <a:t>12-14 	[(1,-1), (1,2,1)]</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主题4">
  <a:themeElements>
    <a:clrScheme name="模板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模板">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模板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模板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模板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模板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模板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模板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模板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模板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模板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主题4">
  <a:themeElements>
    <a:clrScheme name="模板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模板">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模板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模板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模板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模板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模板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模板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模板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模板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模板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6</TotalTime>
  <Words>4436</Words>
  <Application>Microsoft Office PowerPoint</Application>
  <PresentationFormat>宽屏</PresentationFormat>
  <Paragraphs>511</Paragraphs>
  <Slides>51</Slides>
  <Notes>0</Notes>
  <HiddenSlides>0</HiddenSlides>
  <MMClips>0</MMClips>
  <ScaleCrop>false</ScaleCrop>
  <HeadingPairs>
    <vt:vector size="8" baseType="variant">
      <vt:variant>
        <vt:lpstr>已用的字体</vt:lpstr>
      </vt:variant>
      <vt:variant>
        <vt:i4>10</vt:i4>
      </vt:variant>
      <vt:variant>
        <vt:lpstr>主题</vt:lpstr>
      </vt:variant>
      <vt:variant>
        <vt:i4>3</vt:i4>
      </vt:variant>
      <vt:variant>
        <vt:lpstr>嵌入 OLE 服务器</vt:lpstr>
      </vt:variant>
      <vt:variant>
        <vt:i4>2</vt:i4>
      </vt:variant>
      <vt:variant>
        <vt:lpstr>幻灯片标题</vt:lpstr>
      </vt:variant>
      <vt:variant>
        <vt:i4>51</vt:i4>
      </vt:variant>
    </vt:vector>
  </HeadingPairs>
  <TitlesOfParts>
    <vt:vector size="66" baseType="lpstr">
      <vt:lpstr>等线</vt:lpstr>
      <vt:lpstr>等线 Light</vt:lpstr>
      <vt:lpstr>方正舒体</vt:lpstr>
      <vt:lpstr>黑体</vt:lpstr>
      <vt:lpstr>宋体</vt:lpstr>
      <vt:lpstr>Arial</vt:lpstr>
      <vt:lpstr>Calibri</vt:lpstr>
      <vt:lpstr>Garamond</vt:lpstr>
      <vt:lpstr>Times New Roman</vt:lpstr>
      <vt:lpstr>Wingdings</vt:lpstr>
      <vt:lpstr>Office 主题​​</vt:lpstr>
      <vt:lpstr>1_主题4</vt:lpstr>
      <vt:lpstr>2_主题4</vt:lpstr>
      <vt:lpstr>Microsoft Equation 3.0</vt:lpstr>
      <vt:lpstr>Microsoft 公式 3.0</vt:lpstr>
      <vt:lpstr>黑盒测试与白盒测试</vt:lpstr>
      <vt:lpstr>本章内容</vt:lpstr>
      <vt:lpstr>白盒测试</vt:lpstr>
      <vt:lpstr>白盒测试</vt:lpstr>
      <vt:lpstr>白盒测试的主要内容</vt:lpstr>
      <vt:lpstr>本章内容</vt:lpstr>
      <vt:lpstr>基本路径测试</vt:lpstr>
      <vt:lpstr>流图表示</vt:lpstr>
      <vt:lpstr>流程图与流图</vt:lpstr>
      <vt:lpstr>独立程序路径</vt:lpstr>
      <vt:lpstr>环路复杂性</vt:lpstr>
      <vt:lpstr>计算环路复杂性</vt:lpstr>
      <vt:lpstr>导出测试用例步骤</vt:lpstr>
      <vt:lpstr>PowerPoint 演示文稿</vt:lpstr>
      <vt:lpstr>PowerPoint 演示文稿</vt:lpstr>
      <vt:lpstr>PowerPoint 演示文稿</vt:lpstr>
      <vt:lpstr>本章内容</vt:lpstr>
      <vt:lpstr>15.6 黑盒测试</vt:lpstr>
      <vt:lpstr>黑盒测试</vt:lpstr>
      <vt:lpstr>黑盒测试</vt:lpstr>
      <vt:lpstr>黑盒测试</vt:lpstr>
      <vt:lpstr>黑盒测试</vt:lpstr>
      <vt:lpstr>等价类划分</vt:lpstr>
      <vt:lpstr>等价类划分</vt:lpstr>
      <vt:lpstr>等价类划分</vt:lpstr>
      <vt:lpstr>等价类划分</vt:lpstr>
      <vt:lpstr>等价类划分</vt:lpstr>
      <vt:lpstr>等价类划分</vt:lpstr>
      <vt:lpstr>等价类划分</vt:lpstr>
      <vt:lpstr>等价类划分（IX）</vt:lpstr>
      <vt:lpstr>黑盒测试</vt:lpstr>
      <vt:lpstr>边界值分析</vt:lpstr>
      <vt:lpstr>边界值分析</vt:lpstr>
      <vt:lpstr>什么时候停止测试？</vt:lpstr>
      <vt:lpstr>错误播种法</vt:lpstr>
      <vt:lpstr>错误播种法</vt:lpstr>
      <vt:lpstr>分别测试法</vt:lpstr>
      <vt:lpstr>分别测试法（例）</vt:lpstr>
      <vt:lpstr>习题</vt:lpstr>
      <vt:lpstr>习题</vt:lpstr>
      <vt:lpstr>给出流图，以及基本路径、语句测试、分支测试、条件测试用例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标记a的所有定义点、使用点以及可能的定义使用关系，并给出测试用例</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Xintian Liang</dc:creator>
  <cp:lastModifiedBy>Xintian Liang</cp:lastModifiedBy>
  <cp:revision>1</cp:revision>
  <dcterms:created xsi:type="dcterms:W3CDTF">2024-12-18T08:34:56Z</dcterms:created>
  <dcterms:modified xsi:type="dcterms:W3CDTF">2024-12-18T08:41:12Z</dcterms:modified>
</cp:coreProperties>
</file>