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8475" y="171450"/>
            <a:ext cx="8670925" cy="6477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2885" y="365125"/>
            <a:ext cx="9131935" cy="6695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4380" y="365125"/>
            <a:ext cx="8632825" cy="6316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8280" y="202565"/>
            <a:ext cx="8291830" cy="6128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8020" y="192405"/>
            <a:ext cx="8408035" cy="6217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11070" y="1450340"/>
            <a:ext cx="59626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90240" y="1825625"/>
            <a:ext cx="58108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66745" y="1825625"/>
            <a:ext cx="58572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29280" y="1825625"/>
            <a:ext cx="59321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99130" y="1825625"/>
            <a:ext cx="57924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93415" y="1825625"/>
            <a:ext cx="58039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59455" y="1825625"/>
            <a:ext cx="5672455" cy="43516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COMMONDATA" val="eyJoZGlkIjoiNWQ5MTJkY2FkZGRhMDJjZDY0NzQwNDU1OWEwY2JiY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</dc:creator>
  <cp:lastModifiedBy>鹓鶵</cp:lastModifiedBy>
  <cp:revision>2</cp:revision>
  <dcterms:created xsi:type="dcterms:W3CDTF">2023-05-28T03:19:00Z</dcterms:created>
  <dcterms:modified xsi:type="dcterms:W3CDTF">2023-05-28T03:32:44Z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014E4E363FD64BF394253BA47B6ADB2F_12</vt:lpwstr>
  </property>
  <property fmtid="{D5CDD505-2E9C-101B-9397-08002B2CF9AE}" pid="3" name="KSOProductBuildVer">
    <vt:lpwstr>2052-11.1.0.14309</vt:lpwstr>
  </property>
</Properties>
</file>